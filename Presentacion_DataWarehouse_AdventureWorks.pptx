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3E12A-7071-4D49-8CE1-E6C2FE5AB09B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EE60BA4-76D3-4970-9FD7-0345CD4B2A09}">
      <dgm:prSet/>
      <dgm:spPr/>
      <dgm:t>
        <a:bodyPr/>
        <a:lstStyle/>
        <a:p>
          <a:r>
            <a:rPr lang="en-US"/>
            <a:t>• Restauración de la base de datos.</a:t>
          </a:r>
        </a:p>
      </dgm:t>
    </dgm:pt>
    <dgm:pt modelId="{719FD851-9034-4002-9442-EA024E1E74AA}" type="parTrans" cxnId="{7F569D41-7FD1-4EEC-A833-79D4031B2AD5}">
      <dgm:prSet/>
      <dgm:spPr/>
      <dgm:t>
        <a:bodyPr/>
        <a:lstStyle/>
        <a:p>
          <a:endParaRPr lang="en-US"/>
        </a:p>
      </dgm:t>
    </dgm:pt>
    <dgm:pt modelId="{DA452553-445C-4A88-918E-6E814B8B3811}" type="sibTrans" cxnId="{7F569D41-7FD1-4EEC-A833-79D4031B2AD5}">
      <dgm:prSet/>
      <dgm:spPr/>
      <dgm:t>
        <a:bodyPr/>
        <a:lstStyle/>
        <a:p>
          <a:endParaRPr lang="en-US"/>
        </a:p>
      </dgm:t>
    </dgm:pt>
    <dgm:pt modelId="{015FBEE1-9F42-4E8E-B20A-1D2C8E7667E0}">
      <dgm:prSet/>
      <dgm:spPr/>
      <dgm:t>
        <a:bodyPr/>
        <a:lstStyle/>
        <a:p>
          <a:r>
            <a:rPr lang="en-US"/>
            <a:t>• Verificación de tablas y relaciones.</a:t>
          </a:r>
        </a:p>
      </dgm:t>
    </dgm:pt>
    <dgm:pt modelId="{152DE24E-7AEA-46CE-8A00-03BBAA46ADAB}" type="parTrans" cxnId="{FB502C41-5E21-41D7-85E3-66FE202C79AA}">
      <dgm:prSet/>
      <dgm:spPr/>
      <dgm:t>
        <a:bodyPr/>
        <a:lstStyle/>
        <a:p>
          <a:endParaRPr lang="en-US"/>
        </a:p>
      </dgm:t>
    </dgm:pt>
    <dgm:pt modelId="{55042891-F55C-43E6-BC3E-2CC364C7599B}" type="sibTrans" cxnId="{FB502C41-5E21-41D7-85E3-66FE202C79AA}">
      <dgm:prSet/>
      <dgm:spPr/>
      <dgm:t>
        <a:bodyPr/>
        <a:lstStyle/>
        <a:p>
          <a:endParaRPr lang="en-US"/>
        </a:p>
      </dgm:t>
    </dgm:pt>
    <dgm:pt modelId="{3F1ECCB6-B98E-4075-877A-45981A33D8A2}">
      <dgm:prSet/>
      <dgm:spPr/>
      <dgm:t>
        <a:bodyPr/>
        <a:lstStyle/>
        <a:p>
          <a:r>
            <a:rPr lang="en-US"/>
            <a:t>• Validación de datos.</a:t>
          </a:r>
        </a:p>
      </dgm:t>
    </dgm:pt>
    <dgm:pt modelId="{4D2F79FD-ADBA-4D6C-ACCA-DDE8C219CCAF}" type="parTrans" cxnId="{61C0225F-24FB-4392-B652-89395796C03D}">
      <dgm:prSet/>
      <dgm:spPr/>
      <dgm:t>
        <a:bodyPr/>
        <a:lstStyle/>
        <a:p>
          <a:endParaRPr lang="en-US"/>
        </a:p>
      </dgm:t>
    </dgm:pt>
    <dgm:pt modelId="{CD5BF9A9-12FC-4E1D-B880-808143A9C530}" type="sibTrans" cxnId="{61C0225F-24FB-4392-B652-89395796C03D}">
      <dgm:prSet/>
      <dgm:spPr/>
      <dgm:t>
        <a:bodyPr/>
        <a:lstStyle/>
        <a:p>
          <a:endParaRPr lang="en-US"/>
        </a:p>
      </dgm:t>
    </dgm:pt>
    <dgm:pt modelId="{6F8E670E-63A8-4F38-98C6-CDD8187C057A}">
      <dgm:prSet/>
      <dgm:spPr/>
      <dgm:t>
        <a:bodyPr/>
        <a:lstStyle/>
        <a:p>
          <a:r>
            <a:rPr lang="en-US"/>
            <a:t>• Uso de SQL Server y SSMS.</a:t>
          </a:r>
        </a:p>
      </dgm:t>
    </dgm:pt>
    <dgm:pt modelId="{6FA9138F-3002-4697-A61F-439CA1203678}" type="parTrans" cxnId="{F0A727E5-8618-42BE-AF8E-7BAAE0893E56}">
      <dgm:prSet/>
      <dgm:spPr/>
      <dgm:t>
        <a:bodyPr/>
        <a:lstStyle/>
        <a:p>
          <a:endParaRPr lang="en-US"/>
        </a:p>
      </dgm:t>
    </dgm:pt>
    <dgm:pt modelId="{114F1768-2546-4A77-957E-CFA9AEEB37D8}" type="sibTrans" cxnId="{F0A727E5-8618-42BE-AF8E-7BAAE0893E56}">
      <dgm:prSet/>
      <dgm:spPr/>
      <dgm:t>
        <a:bodyPr/>
        <a:lstStyle/>
        <a:p>
          <a:endParaRPr lang="en-US"/>
        </a:p>
      </dgm:t>
    </dgm:pt>
    <dgm:pt modelId="{DE3C0B39-A409-4E49-902F-BEFAB8B39852}" type="pres">
      <dgm:prSet presAssocID="{FC53E12A-7071-4D49-8CE1-E6C2FE5AB09B}" presName="matrix" presStyleCnt="0">
        <dgm:presLayoutVars>
          <dgm:chMax val="1"/>
          <dgm:dir/>
          <dgm:resizeHandles val="exact"/>
        </dgm:presLayoutVars>
      </dgm:prSet>
      <dgm:spPr/>
    </dgm:pt>
    <dgm:pt modelId="{35093832-0E2A-47A8-9FE4-25440E1FAA24}" type="pres">
      <dgm:prSet presAssocID="{FC53E12A-7071-4D49-8CE1-E6C2FE5AB09B}" presName="diamond" presStyleLbl="bgShp" presStyleIdx="0" presStyleCnt="1"/>
      <dgm:spPr/>
    </dgm:pt>
    <dgm:pt modelId="{7F3F287E-19BC-4681-B95A-9F48C73F680F}" type="pres">
      <dgm:prSet presAssocID="{FC53E12A-7071-4D49-8CE1-E6C2FE5AB09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C208E68-1069-4AAC-9AB7-D6E60C756DDF}" type="pres">
      <dgm:prSet presAssocID="{FC53E12A-7071-4D49-8CE1-E6C2FE5AB09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2F8A5E-87FD-426D-8C0C-AF0B40C73CC8}" type="pres">
      <dgm:prSet presAssocID="{FC53E12A-7071-4D49-8CE1-E6C2FE5AB09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A0A51EE-A701-45AB-B86D-9C8A47972944}" type="pres">
      <dgm:prSet presAssocID="{FC53E12A-7071-4D49-8CE1-E6C2FE5AB09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BC3707-993F-40EA-8EEA-FD4386B53FFE}" type="presOf" srcId="{6F8E670E-63A8-4F38-98C6-CDD8187C057A}" destId="{BA0A51EE-A701-45AB-B86D-9C8A47972944}" srcOrd="0" destOrd="0" presId="urn:microsoft.com/office/officeart/2005/8/layout/matrix3"/>
    <dgm:cxn modelId="{196F5311-5490-4043-B442-B43AC66324E3}" type="presOf" srcId="{3F1ECCB6-B98E-4075-877A-45981A33D8A2}" destId="{122F8A5E-87FD-426D-8C0C-AF0B40C73CC8}" srcOrd="0" destOrd="0" presId="urn:microsoft.com/office/officeart/2005/8/layout/matrix3"/>
    <dgm:cxn modelId="{85C53428-EBD0-4228-9F0B-0C46F955E55F}" type="presOf" srcId="{FC53E12A-7071-4D49-8CE1-E6C2FE5AB09B}" destId="{DE3C0B39-A409-4E49-902F-BEFAB8B39852}" srcOrd="0" destOrd="0" presId="urn:microsoft.com/office/officeart/2005/8/layout/matrix3"/>
    <dgm:cxn modelId="{1D7DE132-7595-403D-B8E9-02E98DED1D6F}" type="presOf" srcId="{2EE60BA4-76D3-4970-9FD7-0345CD4B2A09}" destId="{7F3F287E-19BC-4681-B95A-9F48C73F680F}" srcOrd="0" destOrd="0" presId="urn:microsoft.com/office/officeart/2005/8/layout/matrix3"/>
    <dgm:cxn modelId="{61C0225F-24FB-4392-B652-89395796C03D}" srcId="{FC53E12A-7071-4D49-8CE1-E6C2FE5AB09B}" destId="{3F1ECCB6-B98E-4075-877A-45981A33D8A2}" srcOrd="2" destOrd="0" parTransId="{4D2F79FD-ADBA-4D6C-ACCA-DDE8C219CCAF}" sibTransId="{CD5BF9A9-12FC-4E1D-B880-808143A9C530}"/>
    <dgm:cxn modelId="{FB502C41-5E21-41D7-85E3-66FE202C79AA}" srcId="{FC53E12A-7071-4D49-8CE1-E6C2FE5AB09B}" destId="{015FBEE1-9F42-4E8E-B20A-1D2C8E7667E0}" srcOrd="1" destOrd="0" parTransId="{152DE24E-7AEA-46CE-8A00-03BBAA46ADAB}" sibTransId="{55042891-F55C-43E6-BC3E-2CC364C7599B}"/>
    <dgm:cxn modelId="{7F569D41-7FD1-4EEC-A833-79D4031B2AD5}" srcId="{FC53E12A-7071-4D49-8CE1-E6C2FE5AB09B}" destId="{2EE60BA4-76D3-4970-9FD7-0345CD4B2A09}" srcOrd="0" destOrd="0" parTransId="{719FD851-9034-4002-9442-EA024E1E74AA}" sibTransId="{DA452553-445C-4A88-918E-6E814B8B3811}"/>
    <dgm:cxn modelId="{7A70D046-8B03-4979-89DB-4FADE4B7B83A}" type="presOf" srcId="{015FBEE1-9F42-4E8E-B20A-1D2C8E7667E0}" destId="{6C208E68-1069-4AAC-9AB7-D6E60C756DDF}" srcOrd="0" destOrd="0" presId="urn:microsoft.com/office/officeart/2005/8/layout/matrix3"/>
    <dgm:cxn modelId="{F0A727E5-8618-42BE-AF8E-7BAAE0893E56}" srcId="{FC53E12A-7071-4D49-8CE1-E6C2FE5AB09B}" destId="{6F8E670E-63A8-4F38-98C6-CDD8187C057A}" srcOrd="3" destOrd="0" parTransId="{6FA9138F-3002-4697-A61F-439CA1203678}" sibTransId="{114F1768-2546-4A77-957E-CFA9AEEB37D8}"/>
    <dgm:cxn modelId="{EFE567FB-6688-41CB-929C-C7109C7F6F04}" type="presParOf" srcId="{DE3C0B39-A409-4E49-902F-BEFAB8B39852}" destId="{35093832-0E2A-47A8-9FE4-25440E1FAA24}" srcOrd="0" destOrd="0" presId="urn:microsoft.com/office/officeart/2005/8/layout/matrix3"/>
    <dgm:cxn modelId="{6A54EE69-0CDF-4207-89B5-2BB0BECDD2AC}" type="presParOf" srcId="{DE3C0B39-A409-4E49-902F-BEFAB8B39852}" destId="{7F3F287E-19BC-4681-B95A-9F48C73F680F}" srcOrd="1" destOrd="0" presId="urn:microsoft.com/office/officeart/2005/8/layout/matrix3"/>
    <dgm:cxn modelId="{186BF0ED-5090-4A47-BE0B-A6322494D177}" type="presParOf" srcId="{DE3C0B39-A409-4E49-902F-BEFAB8B39852}" destId="{6C208E68-1069-4AAC-9AB7-D6E60C756DDF}" srcOrd="2" destOrd="0" presId="urn:microsoft.com/office/officeart/2005/8/layout/matrix3"/>
    <dgm:cxn modelId="{B1D7C1D3-1431-4F8C-BF91-0E00C7129E1A}" type="presParOf" srcId="{DE3C0B39-A409-4E49-902F-BEFAB8B39852}" destId="{122F8A5E-87FD-426D-8C0C-AF0B40C73CC8}" srcOrd="3" destOrd="0" presId="urn:microsoft.com/office/officeart/2005/8/layout/matrix3"/>
    <dgm:cxn modelId="{CDFF4AFF-4B87-4FBB-9F62-6B78E2F7AE88}" type="presParOf" srcId="{DE3C0B39-A409-4E49-902F-BEFAB8B39852}" destId="{BA0A51EE-A701-45AB-B86D-9C8A4797294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2F6D0E-D263-4A4A-A785-F4124E7512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CC3FF6-6F05-4F6E-9FD1-3AAE066AB7F9}">
      <dgm:prSet/>
      <dgm:spPr/>
      <dgm:t>
        <a:bodyPr/>
        <a:lstStyle/>
        <a:p>
          <a:pPr>
            <a:defRPr cap="all"/>
          </a:pPr>
          <a:r>
            <a:rPr lang="en-US"/>
            <a:t>• Identificación de tablas fact y dimensiones.</a:t>
          </a:r>
        </a:p>
      </dgm:t>
    </dgm:pt>
    <dgm:pt modelId="{CC81DE52-BB4E-4C4E-BAF1-BBFB5DCF6FE0}" type="parTrans" cxnId="{11FEFB15-9941-4DAE-A713-B1C4E0A9AA70}">
      <dgm:prSet/>
      <dgm:spPr/>
      <dgm:t>
        <a:bodyPr/>
        <a:lstStyle/>
        <a:p>
          <a:endParaRPr lang="en-US"/>
        </a:p>
      </dgm:t>
    </dgm:pt>
    <dgm:pt modelId="{BFDC04BD-9123-4E30-B2FB-4D3B65B17FDA}" type="sibTrans" cxnId="{11FEFB15-9941-4DAE-A713-B1C4E0A9AA70}">
      <dgm:prSet/>
      <dgm:spPr/>
      <dgm:t>
        <a:bodyPr/>
        <a:lstStyle/>
        <a:p>
          <a:endParaRPr lang="en-US"/>
        </a:p>
      </dgm:t>
    </dgm:pt>
    <dgm:pt modelId="{5EBB302A-2BE4-410C-8960-73ED03F8825A}">
      <dgm:prSet/>
      <dgm:spPr/>
      <dgm:t>
        <a:bodyPr/>
        <a:lstStyle/>
        <a:p>
          <a:pPr>
            <a:defRPr cap="all"/>
          </a:pPr>
          <a:r>
            <a:rPr lang="en-US"/>
            <a:t>• Diseño del esquema estrella.</a:t>
          </a:r>
        </a:p>
      </dgm:t>
    </dgm:pt>
    <dgm:pt modelId="{F069FBB5-7C9E-4B33-9998-721EC2B97D9F}" type="parTrans" cxnId="{5247DE4F-4449-4A19-8F2B-10EBEC4BD305}">
      <dgm:prSet/>
      <dgm:spPr/>
      <dgm:t>
        <a:bodyPr/>
        <a:lstStyle/>
        <a:p>
          <a:endParaRPr lang="en-US"/>
        </a:p>
      </dgm:t>
    </dgm:pt>
    <dgm:pt modelId="{6D810C18-DC11-49B9-BAE1-87AFC1C9F80D}" type="sibTrans" cxnId="{5247DE4F-4449-4A19-8F2B-10EBEC4BD305}">
      <dgm:prSet/>
      <dgm:spPr/>
      <dgm:t>
        <a:bodyPr/>
        <a:lstStyle/>
        <a:p>
          <a:endParaRPr lang="en-US"/>
        </a:p>
      </dgm:t>
    </dgm:pt>
    <dgm:pt modelId="{4BE7AFF6-0E4F-4DC6-B134-E7CF3D544BCB}">
      <dgm:prSet/>
      <dgm:spPr/>
      <dgm:t>
        <a:bodyPr/>
        <a:lstStyle/>
        <a:p>
          <a:pPr>
            <a:defRPr cap="all"/>
          </a:pPr>
          <a:r>
            <a:rPr lang="en-US"/>
            <a:t>• Definición de medidas y jerarquías.</a:t>
          </a:r>
        </a:p>
      </dgm:t>
    </dgm:pt>
    <dgm:pt modelId="{C79F2CE3-A2DC-4D6D-B5C1-623781661395}" type="parTrans" cxnId="{A344E4BF-1DF6-4078-9862-933BAEE5FDFC}">
      <dgm:prSet/>
      <dgm:spPr/>
      <dgm:t>
        <a:bodyPr/>
        <a:lstStyle/>
        <a:p>
          <a:endParaRPr lang="en-US"/>
        </a:p>
      </dgm:t>
    </dgm:pt>
    <dgm:pt modelId="{54BB56CA-3F79-4212-B427-871B607CBE9A}" type="sibTrans" cxnId="{A344E4BF-1DF6-4078-9862-933BAEE5FDFC}">
      <dgm:prSet/>
      <dgm:spPr/>
      <dgm:t>
        <a:bodyPr/>
        <a:lstStyle/>
        <a:p>
          <a:endParaRPr lang="en-US"/>
        </a:p>
      </dgm:t>
    </dgm:pt>
    <dgm:pt modelId="{3EFFC498-AB99-4586-A2B6-8F19C84B9053}">
      <dgm:prSet/>
      <dgm:spPr/>
      <dgm:t>
        <a:bodyPr/>
        <a:lstStyle/>
        <a:p>
          <a:pPr>
            <a:defRPr cap="all"/>
          </a:pPr>
          <a:r>
            <a:rPr lang="en-US"/>
            <a:t>• Preparación para el cubo OLAP.</a:t>
          </a:r>
        </a:p>
      </dgm:t>
    </dgm:pt>
    <dgm:pt modelId="{C8073D31-6342-4451-BAF7-19DF355D3A7E}" type="parTrans" cxnId="{7E98DE70-81B3-42FF-B3FD-FF3EAB2970DF}">
      <dgm:prSet/>
      <dgm:spPr/>
      <dgm:t>
        <a:bodyPr/>
        <a:lstStyle/>
        <a:p>
          <a:endParaRPr lang="en-US"/>
        </a:p>
      </dgm:t>
    </dgm:pt>
    <dgm:pt modelId="{AB01DBFD-686B-4CD2-8386-3BCB0541702C}" type="sibTrans" cxnId="{7E98DE70-81B3-42FF-B3FD-FF3EAB2970DF}">
      <dgm:prSet/>
      <dgm:spPr/>
      <dgm:t>
        <a:bodyPr/>
        <a:lstStyle/>
        <a:p>
          <a:endParaRPr lang="en-US"/>
        </a:p>
      </dgm:t>
    </dgm:pt>
    <dgm:pt modelId="{CDCABA9E-25E8-41EA-BAE5-D72A7A2931CB}" type="pres">
      <dgm:prSet presAssocID="{8F2F6D0E-D263-4A4A-A785-F4124E7512C3}" presName="root" presStyleCnt="0">
        <dgm:presLayoutVars>
          <dgm:dir/>
          <dgm:resizeHandles val="exact"/>
        </dgm:presLayoutVars>
      </dgm:prSet>
      <dgm:spPr/>
    </dgm:pt>
    <dgm:pt modelId="{203AD610-E866-4285-9537-BB4B2C2C47E3}" type="pres">
      <dgm:prSet presAssocID="{24CC3FF6-6F05-4F6E-9FD1-3AAE066AB7F9}" presName="compNode" presStyleCnt="0"/>
      <dgm:spPr/>
    </dgm:pt>
    <dgm:pt modelId="{A335EFAD-FC13-48A7-9413-035DB95CF2CC}" type="pres">
      <dgm:prSet presAssocID="{24CC3FF6-6F05-4F6E-9FD1-3AAE066AB7F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6214855-033C-4475-B6A4-9EBD3548731B}" type="pres">
      <dgm:prSet presAssocID="{24CC3FF6-6F05-4F6E-9FD1-3AAE066AB7F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BD199E4-3B9B-4F6D-9364-8D7362C2E4CC}" type="pres">
      <dgm:prSet presAssocID="{24CC3FF6-6F05-4F6E-9FD1-3AAE066AB7F9}" presName="spaceRect" presStyleCnt="0"/>
      <dgm:spPr/>
    </dgm:pt>
    <dgm:pt modelId="{EAA446EE-1CA4-4ACF-8E57-10D1B41F4610}" type="pres">
      <dgm:prSet presAssocID="{24CC3FF6-6F05-4F6E-9FD1-3AAE066AB7F9}" presName="textRect" presStyleLbl="revTx" presStyleIdx="0" presStyleCnt="4">
        <dgm:presLayoutVars>
          <dgm:chMax val="1"/>
          <dgm:chPref val="1"/>
        </dgm:presLayoutVars>
      </dgm:prSet>
      <dgm:spPr/>
    </dgm:pt>
    <dgm:pt modelId="{894480DD-CE41-485C-933D-BAB26FA6236E}" type="pres">
      <dgm:prSet presAssocID="{BFDC04BD-9123-4E30-B2FB-4D3B65B17FDA}" presName="sibTrans" presStyleCnt="0"/>
      <dgm:spPr/>
    </dgm:pt>
    <dgm:pt modelId="{5B13C9C9-501C-46BA-B175-B024B5196133}" type="pres">
      <dgm:prSet presAssocID="{5EBB302A-2BE4-410C-8960-73ED03F8825A}" presName="compNode" presStyleCnt="0"/>
      <dgm:spPr/>
    </dgm:pt>
    <dgm:pt modelId="{9DEC5087-F58D-4744-AC31-A657E473FBA0}" type="pres">
      <dgm:prSet presAssocID="{5EBB302A-2BE4-410C-8960-73ED03F8825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94C1A20-41C5-44B8-B6A5-69D709BC2100}" type="pres">
      <dgm:prSet presAssocID="{5EBB302A-2BE4-410C-8960-73ED03F8825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41BA63A1-EE51-4ACF-90AF-A13A3B712B6D}" type="pres">
      <dgm:prSet presAssocID="{5EBB302A-2BE4-410C-8960-73ED03F8825A}" presName="spaceRect" presStyleCnt="0"/>
      <dgm:spPr/>
    </dgm:pt>
    <dgm:pt modelId="{22A54865-6DF3-4D58-8708-3EC82DC440AA}" type="pres">
      <dgm:prSet presAssocID="{5EBB302A-2BE4-410C-8960-73ED03F8825A}" presName="textRect" presStyleLbl="revTx" presStyleIdx="1" presStyleCnt="4">
        <dgm:presLayoutVars>
          <dgm:chMax val="1"/>
          <dgm:chPref val="1"/>
        </dgm:presLayoutVars>
      </dgm:prSet>
      <dgm:spPr/>
    </dgm:pt>
    <dgm:pt modelId="{5B1DAA88-3E71-4068-9F09-3F0DDB5A6149}" type="pres">
      <dgm:prSet presAssocID="{6D810C18-DC11-49B9-BAE1-87AFC1C9F80D}" presName="sibTrans" presStyleCnt="0"/>
      <dgm:spPr/>
    </dgm:pt>
    <dgm:pt modelId="{A2A4C927-3F99-410A-B4CA-FE88EAF51FC1}" type="pres">
      <dgm:prSet presAssocID="{4BE7AFF6-0E4F-4DC6-B134-E7CF3D544BCB}" presName="compNode" presStyleCnt="0"/>
      <dgm:spPr/>
    </dgm:pt>
    <dgm:pt modelId="{EB4F9017-2B70-45B1-A859-7F567AD7FE85}" type="pres">
      <dgm:prSet presAssocID="{4BE7AFF6-0E4F-4DC6-B134-E7CF3D544BC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4BD6A26-FC8C-4662-8AE4-45284BB868A1}" type="pres">
      <dgm:prSet presAssocID="{4BE7AFF6-0E4F-4DC6-B134-E7CF3D544BC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24417996-6A41-4B95-A011-DD59A65E23A3}" type="pres">
      <dgm:prSet presAssocID="{4BE7AFF6-0E4F-4DC6-B134-E7CF3D544BCB}" presName="spaceRect" presStyleCnt="0"/>
      <dgm:spPr/>
    </dgm:pt>
    <dgm:pt modelId="{AAEEA2BD-B861-44CA-95C6-1D2AA55038C4}" type="pres">
      <dgm:prSet presAssocID="{4BE7AFF6-0E4F-4DC6-B134-E7CF3D544BCB}" presName="textRect" presStyleLbl="revTx" presStyleIdx="2" presStyleCnt="4">
        <dgm:presLayoutVars>
          <dgm:chMax val="1"/>
          <dgm:chPref val="1"/>
        </dgm:presLayoutVars>
      </dgm:prSet>
      <dgm:spPr/>
    </dgm:pt>
    <dgm:pt modelId="{F4D77689-845C-40E7-A0E0-A52B89D9265C}" type="pres">
      <dgm:prSet presAssocID="{54BB56CA-3F79-4212-B427-871B607CBE9A}" presName="sibTrans" presStyleCnt="0"/>
      <dgm:spPr/>
    </dgm:pt>
    <dgm:pt modelId="{419B62BF-D9E1-42A3-9155-2FF090FEA047}" type="pres">
      <dgm:prSet presAssocID="{3EFFC498-AB99-4586-A2B6-8F19C84B9053}" presName="compNode" presStyleCnt="0"/>
      <dgm:spPr/>
    </dgm:pt>
    <dgm:pt modelId="{F1121AF2-2FDE-40F5-AA51-11ACA3121D4F}" type="pres">
      <dgm:prSet presAssocID="{3EFFC498-AB99-4586-A2B6-8F19C84B905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B8EEFC7-29CB-4ED1-AC11-DF04817556F4}" type="pres">
      <dgm:prSet presAssocID="{3EFFC498-AB99-4586-A2B6-8F19C84B905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so de precipitado"/>
        </a:ext>
      </dgm:extLst>
    </dgm:pt>
    <dgm:pt modelId="{11397B92-CE5F-40AD-A038-F373FFBE3CED}" type="pres">
      <dgm:prSet presAssocID="{3EFFC498-AB99-4586-A2B6-8F19C84B9053}" presName="spaceRect" presStyleCnt="0"/>
      <dgm:spPr/>
    </dgm:pt>
    <dgm:pt modelId="{87A72459-FC56-4D5E-B191-824EA3BF4C5C}" type="pres">
      <dgm:prSet presAssocID="{3EFFC498-AB99-4586-A2B6-8F19C84B90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1FEFB15-9941-4DAE-A713-B1C4E0A9AA70}" srcId="{8F2F6D0E-D263-4A4A-A785-F4124E7512C3}" destId="{24CC3FF6-6F05-4F6E-9FD1-3AAE066AB7F9}" srcOrd="0" destOrd="0" parTransId="{CC81DE52-BB4E-4C4E-BAF1-BBFB5DCF6FE0}" sibTransId="{BFDC04BD-9123-4E30-B2FB-4D3B65B17FDA}"/>
    <dgm:cxn modelId="{C4B06516-5EAF-44E9-A887-8FA88E67F804}" type="presOf" srcId="{24CC3FF6-6F05-4F6E-9FD1-3AAE066AB7F9}" destId="{EAA446EE-1CA4-4ACF-8E57-10D1B41F4610}" srcOrd="0" destOrd="0" presId="urn:microsoft.com/office/officeart/2018/5/layout/IconLeafLabelList"/>
    <dgm:cxn modelId="{5247DE4F-4449-4A19-8F2B-10EBEC4BD305}" srcId="{8F2F6D0E-D263-4A4A-A785-F4124E7512C3}" destId="{5EBB302A-2BE4-410C-8960-73ED03F8825A}" srcOrd="1" destOrd="0" parTransId="{F069FBB5-7C9E-4B33-9998-721EC2B97D9F}" sibTransId="{6D810C18-DC11-49B9-BAE1-87AFC1C9F80D}"/>
    <dgm:cxn modelId="{7E98DE70-81B3-42FF-B3FD-FF3EAB2970DF}" srcId="{8F2F6D0E-D263-4A4A-A785-F4124E7512C3}" destId="{3EFFC498-AB99-4586-A2B6-8F19C84B9053}" srcOrd="3" destOrd="0" parTransId="{C8073D31-6342-4451-BAF7-19DF355D3A7E}" sibTransId="{AB01DBFD-686B-4CD2-8386-3BCB0541702C}"/>
    <dgm:cxn modelId="{AEAB2C88-0342-4965-B1DA-CF487B2F3CA6}" type="presOf" srcId="{3EFFC498-AB99-4586-A2B6-8F19C84B9053}" destId="{87A72459-FC56-4D5E-B191-824EA3BF4C5C}" srcOrd="0" destOrd="0" presId="urn:microsoft.com/office/officeart/2018/5/layout/IconLeafLabelList"/>
    <dgm:cxn modelId="{A344E4BF-1DF6-4078-9862-933BAEE5FDFC}" srcId="{8F2F6D0E-D263-4A4A-A785-F4124E7512C3}" destId="{4BE7AFF6-0E4F-4DC6-B134-E7CF3D544BCB}" srcOrd="2" destOrd="0" parTransId="{C79F2CE3-A2DC-4D6D-B5C1-623781661395}" sibTransId="{54BB56CA-3F79-4212-B427-871B607CBE9A}"/>
    <dgm:cxn modelId="{16F82EC1-A870-4278-A20F-5D391D3A3B97}" type="presOf" srcId="{4BE7AFF6-0E4F-4DC6-B134-E7CF3D544BCB}" destId="{AAEEA2BD-B861-44CA-95C6-1D2AA55038C4}" srcOrd="0" destOrd="0" presId="urn:microsoft.com/office/officeart/2018/5/layout/IconLeafLabelList"/>
    <dgm:cxn modelId="{6089E9E3-52FB-4458-8AAF-63F9BDCF9707}" type="presOf" srcId="{8F2F6D0E-D263-4A4A-A785-F4124E7512C3}" destId="{CDCABA9E-25E8-41EA-BAE5-D72A7A2931CB}" srcOrd="0" destOrd="0" presId="urn:microsoft.com/office/officeart/2018/5/layout/IconLeafLabelList"/>
    <dgm:cxn modelId="{9DF060F0-1334-44CF-9F32-B808BC7E2D58}" type="presOf" srcId="{5EBB302A-2BE4-410C-8960-73ED03F8825A}" destId="{22A54865-6DF3-4D58-8708-3EC82DC440AA}" srcOrd="0" destOrd="0" presId="urn:microsoft.com/office/officeart/2018/5/layout/IconLeafLabelList"/>
    <dgm:cxn modelId="{EA17153B-6D1E-43E9-A755-229C2DE2F99B}" type="presParOf" srcId="{CDCABA9E-25E8-41EA-BAE5-D72A7A2931CB}" destId="{203AD610-E866-4285-9537-BB4B2C2C47E3}" srcOrd="0" destOrd="0" presId="urn:microsoft.com/office/officeart/2018/5/layout/IconLeafLabelList"/>
    <dgm:cxn modelId="{EA0429EC-12DD-455D-908A-3D6203968AED}" type="presParOf" srcId="{203AD610-E866-4285-9537-BB4B2C2C47E3}" destId="{A335EFAD-FC13-48A7-9413-035DB95CF2CC}" srcOrd="0" destOrd="0" presId="urn:microsoft.com/office/officeart/2018/5/layout/IconLeafLabelList"/>
    <dgm:cxn modelId="{D205093D-0785-41FE-87C0-F02F6CA4769A}" type="presParOf" srcId="{203AD610-E866-4285-9537-BB4B2C2C47E3}" destId="{36214855-033C-4475-B6A4-9EBD3548731B}" srcOrd="1" destOrd="0" presId="urn:microsoft.com/office/officeart/2018/5/layout/IconLeafLabelList"/>
    <dgm:cxn modelId="{806468D1-59CE-4846-8D82-DE97D1BB0C50}" type="presParOf" srcId="{203AD610-E866-4285-9537-BB4B2C2C47E3}" destId="{8BD199E4-3B9B-4F6D-9364-8D7362C2E4CC}" srcOrd="2" destOrd="0" presId="urn:microsoft.com/office/officeart/2018/5/layout/IconLeafLabelList"/>
    <dgm:cxn modelId="{F9978294-81F9-4D3F-B0F1-D3696CF13714}" type="presParOf" srcId="{203AD610-E866-4285-9537-BB4B2C2C47E3}" destId="{EAA446EE-1CA4-4ACF-8E57-10D1B41F4610}" srcOrd="3" destOrd="0" presId="urn:microsoft.com/office/officeart/2018/5/layout/IconLeafLabelList"/>
    <dgm:cxn modelId="{AAC670DA-C64D-4D13-8716-D0A1673735CC}" type="presParOf" srcId="{CDCABA9E-25E8-41EA-BAE5-D72A7A2931CB}" destId="{894480DD-CE41-485C-933D-BAB26FA6236E}" srcOrd="1" destOrd="0" presId="urn:microsoft.com/office/officeart/2018/5/layout/IconLeafLabelList"/>
    <dgm:cxn modelId="{7CC67974-09F9-4269-9206-B72ED745041C}" type="presParOf" srcId="{CDCABA9E-25E8-41EA-BAE5-D72A7A2931CB}" destId="{5B13C9C9-501C-46BA-B175-B024B5196133}" srcOrd="2" destOrd="0" presId="urn:microsoft.com/office/officeart/2018/5/layout/IconLeafLabelList"/>
    <dgm:cxn modelId="{9A6144CF-0358-4B67-8617-308C89202B87}" type="presParOf" srcId="{5B13C9C9-501C-46BA-B175-B024B5196133}" destId="{9DEC5087-F58D-4744-AC31-A657E473FBA0}" srcOrd="0" destOrd="0" presId="urn:microsoft.com/office/officeart/2018/5/layout/IconLeafLabelList"/>
    <dgm:cxn modelId="{0E38E747-6BAB-45A1-8E80-42A69A13A8F1}" type="presParOf" srcId="{5B13C9C9-501C-46BA-B175-B024B5196133}" destId="{E94C1A20-41C5-44B8-B6A5-69D709BC2100}" srcOrd="1" destOrd="0" presId="urn:microsoft.com/office/officeart/2018/5/layout/IconLeafLabelList"/>
    <dgm:cxn modelId="{BB4139F9-F136-4558-84A2-AF61A3EA4C12}" type="presParOf" srcId="{5B13C9C9-501C-46BA-B175-B024B5196133}" destId="{41BA63A1-EE51-4ACF-90AF-A13A3B712B6D}" srcOrd="2" destOrd="0" presId="urn:microsoft.com/office/officeart/2018/5/layout/IconLeafLabelList"/>
    <dgm:cxn modelId="{6F81A6BB-0A48-48BB-8AC3-481E3D0450BD}" type="presParOf" srcId="{5B13C9C9-501C-46BA-B175-B024B5196133}" destId="{22A54865-6DF3-4D58-8708-3EC82DC440AA}" srcOrd="3" destOrd="0" presId="urn:microsoft.com/office/officeart/2018/5/layout/IconLeafLabelList"/>
    <dgm:cxn modelId="{B27A2C6A-A156-45E4-AFD7-D96F0C1B4412}" type="presParOf" srcId="{CDCABA9E-25E8-41EA-BAE5-D72A7A2931CB}" destId="{5B1DAA88-3E71-4068-9F09-3F0DDB5A6149}" srcOrd="3" destOrd="0" presId="urn:microsoft.com/office/officeart/2018/5/layout/IconLeafLabelList"/>
    <dgm:cxn modelId="{8EDAFC77-1893-40F7-89FF-B38F5545EB32}" type="presParOf" srcId="{CDCABA9E-25E8-41EA-BAE5-D72A7A2931CB}" destId="{A2A4C927-3F99-410A-B4CA-FE88EAF51FC1}" srcOrd="4" destOrd="0" presId="urn:microsoft.com/office/officeart/2018/5/layout/IconLeafLabelList"/>
    <dgm:cxn modelId="{A95188D2-3FB3-4C79-A6F5-A92AF04EC910}" type="presParOf" srcId="{A2A4C927-3F99-410A-B4CA-FE88EAF51FC1}" destId="{EB4F9017-2B70-45B1-A859-7F567AD7FE85}" srcOrd="0" destOrd="0" presId="urn:microsoft.com/office/officeart/2018/5/layout/IconLeafLabelList"/>
    <dgm:cxn modelId="{647A24F3-30AD-428C-866E-19C12A43AA59}" type="presParOf" srcId="{A2A4C927-3F99-410A-B4CA-FE88EAF51FC1}" destId="{C4BD6A26-FC8C-4662-8AE4-45284BB868A1}" srcOrd="1" destOrd="0" presId="urn:microsoft.com/office/officeart/2018/5/layout/IconLeafLabelList"/>
    <dgm:cxn modelId="{3824F57A-946C-4E6A-B9A5-77E9F347AFAE}" type="presParOf" srcId="{A2A4C927-3F99-410A-B4CA-FE88EAF51FC1}" destId="{24417996-6A41-4B95-A011-DD59A65E23A3}" srcOrd="2" destOrd="0" presId="urn:microsoft.com/office/officeart/2018/5/layout/IconLeafLabelList"/>
    <dgm:cxn modelId="{E9C3B6F5-B6C4-4EAA-AB56-B61BDC606D78}" type="presParOf" srcId="{A2A4C927-3F99-410A-B4CA-FE88EAF51FC1}" destId="{AAEEA2BD-B861-44CA-95C6-1D2AA55038C4}" srcOrd="3" destOrd="0" presId="urn:microsoft.com/office/officeart/2018/5/layout/IconLeafLabelList"/>
    <dgm:cxn modelId="{B86A01AD-FAF3-40FB-9C3A-8F8A046BDDD7}" type="presParOf" srcId="{CDCABA9E-25E8-41EA-BAE5-D72A7A2931CB}" destId="{F4D77689-845C-40E7-A0E0-A52B89D9265C}" srcOrd="5" destOrd="0" presId="urn:microsoft.com/office/officeart/2018/5/layout/IconLeafLabelList"/>
    <dgm:cxn modelId="{587D10F0-D749-4324-97C4-7ED322481915}" type="presParOf" srcId="{CDCABA9E-25E8-41EA-BAE5-D72A7A2931CB}" destId="{419B62BF-D9E1-42A3-9155-2FF090FEA047}" srcOrd="6" destOrd="0" presId="urn:microsoft.com/office/officeart/2018/5/layout/IconLeafLabelList"/>
    <dgm:cxn modelId="{D8F0DDB4-9C4C-47AE-99BD-1721F4511AF2}" type="presParOf" srcId="{419B62BF-D9E1-42A3-9155-2FF090FEA047}" destId="{F1121AF2-2FDE-40F5-AA51-11ACA3121D4F}" srcOrd="0" destOrd="0" presId="urn:microsoft.com/office/officeart/2018/5/layout/IconLeafLabelList"/>
    <dgm:cxn modelId="{4E724011-7E60-4EAA-90F3-FF377C7A8DC0}" type="presParOf" srcId="{419B62BF-D9E1-42A3-9155-2FF090FEA047}" destId="{4B8EEFC7-29CB-4ED1-AC11-DF04817556F4}" srcOrd="1" destOrd="0" presId="urn:microsoft.com/office/officeart/2018/5/layout/IconLeafLabelList"/>
    <dgm:cxn modelId="{61CC2AED-9D22-433C-8E68-0769EFD5343B}" type="presParOf" srcId="{419B62BF-D9E1-42A3-9155-2FF090FEA047}" destId="{11397B92-CE5F-40AD-A038-F373FFBE3CED}" srcOrd="2" destOrd="0" presId="urn:microsoft.com/office/officeart/2018/5/layout/IconLeafLabelList"/>
    <dgm:cxn modelId="{1DCC14F9-2B6C-4FC6-939D-10A449801721}" type="presParOf" srcId="{419B62BF-D9E1-42A3-9155-2FF090FEA047}" destId="{87A72459-FC56-4D5E-B191-824EA3BF4C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EA8D08-5E8C-469A-90A8-FD9EAB0814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B698BC-121B-4D26-92E7-F75E99370A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Conexión al Cubo OLAP.</a:t>
          </a:r>
        </a:p>
      </dgm:t>
    </dgm:pt>
    <dgm:pt modelId="{B7BFFEDB-A454-42D9-86B3-53F6C1EBAE83}" type="parTrans" cxnId="{44CD4F2C-86E7-49FF-87C2-9C285A422EE8}">
      <dgm:prSet/>
      <dgm:spPr/>
      <dgm:t>
        <a:bodyPr/>
        <a:lstStyle/>
        <a:p>
          <a:endParaRPr lang="en-US"/>
        </a:p>
      </dgm:t>
    </dgm:pt>
    <dgm:pt modelId="{A330BDB1-AE09-49D4-BC51-07E859FE5F5B}" type="sibTrans" cxnId="{44CD4F2C-86E7-49FF-87C2-9C285A422EE8}">
      <dgm:prSet/>
      <dgm:spPr/>
      <dgm:t>
        <a:bodyPr/>
        <a:lstStyle/>
        <a:p>
          <a:endParaRPr lang="en-US"/>
        </a:p>
      </dgm:t>
    </dgm:pt>
    <dgm:pt modelId="{A5BB6F26-CFCF-4E2A-B84A-BF15EC40CA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Visualizaciones interactivas.</a:t>
          </a:r>
        </a:p>
      </dgm:t>
    </dgm:pt>
    <dgm:pt modelId="{FA8CA22F-6610-4F5A-AB6A-A9BE2DB83515}" type="parTrans" cxnId="{0F5CDA7F-0556-4E0C-AA86-235E849DA3B6}">
      <dgm:prSet/>
      <dgm:spPr/>
      <dgm:t>
        <a:bodyPr/>
        <a:lstStyle/>
        <a:p>
          <a:endParaRPr lang="en-US"/>
        </a:p>
      </dgm:t>
    </dgm:pt>
    <dgm:pt modelId="{1F4B6113-439E-45D0-9FBF-0E360EA9FCD4}" type="sibTrans" cxnId="{0F5CDA7F-0556-4E0C-AA86-235E849DA3B6}">
      <dgm:prSet/>
      <dgm:spPr/>
      <dgm:t>
        <a:bodyPr/>
        <a:lstStyle/>
        <a:p>
          <a:endParaRPr lang="en-US"/>
        </a:p>
      </dgm:t>
    </dgm:pt>
    <dgm:pt modelId="{641CCB0C-53CD-49BE-94CD-EBBED6B923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Análisis de ventas y categorías.</a:t>
          </a:r>
        </a:p>
      </dgm:t>
    </dgm:pt>
    <dgm:pt modelId="{BD8F43E5-5A59-4B21-A996-3497C9155A7C}" type="parTrans" cxnId="{0FFEC9ED-DC4F-4D1B-8E8B-F6EBAF9CF393}">
      <dgm:prSet/>
      <dgm:spPr/>
      <dgm:t>
        <a:bodyPr/>
        <a:lstStyle/>
        <a:p>
          <a:endParaRPr lang="en-US"/>
        </a:p>
      </dgm:t>
    </dgm:pt>
    <dgm:pt modelId="{C38ED69D-3E0D-4FD5-8C12-E62505252316}" type="sibTrans" cxnId="{0FFEC9ED-DC4F-4D1B-8E8B-F6EBAF9CF393}">
      <dgm:prSet/>
      <dgm:spPr/>
      <dgm:t>
        <a:bodyPr/>
        <a:lstStyle/>
        <a:p>
          <a:endParaRPr lang="en-US"/>
        </a:p>
      </dgm:t>
    </dgm:pt>
    <dgm:pt modelId="{18B9CB13-02F3-4B7B-A371-3DD6EA68A1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Identificación de regiones con bajo rendimiento.</a:t>
          </a:r>
        </a:p>
      </dgm:t>
    </dgm:pt>
    <dgm:pt modelId="{864848AE-60D2-403C-BA35-BA1D326A2F92}" type="parTrans" cxnId="{1C8CAE55-8717-4B8E-BAB3-69D316DD915E}">
      <dgm:prSet/>
      <dgm:spPr/>
      <dgm:t>
        <a:bodyPr/>
        <a:lstStyle/>
        <a:p>
          <a:endParaRPr lang="en-US"/>
        </a:p>
      </dgm:t>
    </dgm:pt>
    <dgm:pt modelId="{8AF342CF-0AC2-4704-AD6D-19BFF5F2D2C2}" type="sibTrans" cxnId="{1C8CAE55-8717-4B8E-BAB3-69D316DD915E}">
      <dgm:prSet/>
      <dgm:spPr/>
      <dgm:t>
        <a:bodyPr/>
        <a:lstStyle/>
        <a:p>
          <a:endParaRPr lang="en-US"/>
        </a:p>
      </dgm:t>
    </dgm:pt>
    <dgm:pt modelId="{09797B4E-BB39-4492-AC43-765309E0A6CD}" type="pres">
      <dgm:prSet presAssocID="{16EA8D08-5E8C-469A-90A8-FD9EAB081466}" presName="root" presStyleCnt="0">
        <dgm:presLayoutVars>
          <dgm:dir/>
          <dgm:resizeHandles val="exact"/>
        </dgm:presLayoutVars>
      </dgm:prSet>
      <dgm:spPr/>
    </dgm:pt>
    <dgm:pt modelId="{744739AB-D7DF-4FEC-B9EF-064440784CCD}" type="pres">
      <dgm:prSet presAssocID="{9CB698BC-121B-4D26-92E7-F75E99370AA2}" presName="compNode" presStyleCnt="0"/>
      <dgm:spPr/>
    </dgm:pt>
    <dgm:pt modelId="{8AB5731B-F028-4D3B-8870-900EB5290E93}" type="pres">
      <dgm:prSet presAssocID="{9CB698BC-121B-4D26-92E7-F75E99370AA2}" presName="bgRect" presStyleLbl="bgShp" presStyleIdx="0" presStyleCnt="4"/>
      <dgm:spPr/>
    </dgm:pt>
    <dgm:pt modelId="{29E5EFA1-C43C-4DE0-9AB4-66224E3A558E}" type="pres">
      <dgm:prSet presAssocID="{9CB698BC-121B-4D26-92E7-F75E99370AA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emáticas"/>
        </a:ext>
      </dgm:extLst>
    </dgm:pt>
    <dgm:pt modelId="{84410CEC-66EF-4F98-B9B2-8AC85F128A95}" type="pres">
      <dgm:prSet presAssocID="{9CB698BC-121B-4D26-92E7-F75E99370AA2}" presName="spaceRect" presStyleCnt="0"/>
      <dgm:spPr/>
    </dgm:pt>
    <dgm:pt modelId="{98607410-A52D-4BB6-B190-94135ACDF011}" type="pres">
      <dgm:prSet presAssocID="{9CB698BC-121B-4D26-92E7-F75E99370AA2}" presName="parTx" presStyleLbl="revTx" presStyleIdx="0" presStyleCnt="4">
        <dgm:presLayoutVars>
          <dgm:chMax val="0"/>
          <dgm:chPref val="0"/>
        </dgm:presLayoutVars>
      </dgm:prSet>
      <dgm:spPr/>
    </dgm:pt>
    <dgm:pt modelId="{1895B47E-2D55-4EC7-9BF7-ADC7A0F8B092}" type="pres">
      <dgm:prSet presAssocID="{A330BDB1-AE09-49D4-BC51-07E859FE5F5B}" presName="sibTrans" presStyleCnt="0"/>
      <dgm:spPr/>
    </dgm:pt>
    <dgm:pt modelId="{BED3D049-0168-4A44-8A28-0DEAB57E29B8}" type="pres">
      <dgm:prSet presAssocID="{A5BB6F26-CFCF-4E2A-B84A-BF15EC40CA04}" presName="compNode" presStyleCnt="0"/>
      <dgm:spPr/>
    </dgm:pt>
    <dgm:pt modelId="{02987F60-4B12-4C33-8929-2644DB5AEEB3}" type="pres">
      <dgm:prSet presAssocID="{A5BB6F26-CFCF-4E2A-B84A-BF15EC40CA04}" presName="bgRect" presStyleLbl="bgShp" presStyleIdx="1" presStyleCnt="4"/>
      <dgm:spPr/>
    </dgm:pt>
    <dgm:pt modelId="{6944BB51-687E-4C45-9463-49D432509C60}" type="pres">
      <dgm:prSet presAssocID="{A5BB6F26-CFCF-4E2A-B84A-BF15EC40CA0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tro"/>
        </a:ext>
      </dgm:extLst>
    </dgm:pt>
    <dgm:pt modelId="{8E0EF17C-907E-4728-8A9B-D1D75B5FD037}" type="pres">
      <dgm:prSet presAssocID="{A5BB6F26-CFCF-4E2A-B84A-BF15EC40CA04}" presName="spaceRect" presStyleCnt="0"/>
      <dgm:spPr/>
    </dgm:pt>
    <dgm:pt modelId="{423341FA-B5CC-4DED-BE72-56342804C472}" type="pres">
      <dgm:prSet presAssocID="{A5BB6F26-CFCF-4E2A-B84A-BF15EC40CA04}" presName="parTx" presStyleLbl="revTx" presStyleIdx="1" presStyleCnt="4">
        <dgm:presLayoutVars>
          <dgm:chMax val="0"/>
          <dgm:chPref val="0"/>
        </dgm:presLayoutVars>
      </dgm:prSet>
      <dgm:spPr/>
    </dgm:pt>
    <dgm:pt modelId="{8BA21DF5-6622-4168-B9F1-E70981BF5893}" type="pres">
      <dgm:prSet presAssocID="{1F4B6113-439E-45D0-9FBF-0E360EA9FCD4}" presName="sibTrans" presStyleCnt="0"/>
      <dgm:spPr/>
    </dgm:pt>
    <dgm:pt modelId="{18EEFF25-7452-4A9F-91CE-564A8385C350}" type="pres">
      <dgm:prSet presAssocID="{641CCB0C-53CD-49BE-94CD-EBBED6B92369}" presName="compNode" presStyleCnt="0"/>
      <dgm:spPr/>
    </dgm:pt>
    <dgm:pt modelId="{FB59D819-4559-4C56-8F5F-DEFF9C99AF0F}" type="pres">
      <dgm:prSet presAssocID="{641CCB0C-53CD-49BE-94CD-EBBED6B92369}" presName="bgRect" presStyleLbl="bgShp" presStyleIdx="2" presStyleCnt="4"/>
      <dgm:spPr/>
    </dgm:pt>
    <dgm:pt modelId="{3E454CD6-381F-4E57-B081-08EC40692B74}" type="pres">
      <dgm:prSet presAssocID="{641CCB0C-53CD-49BE-94CD-EBBED6B9236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814C97FA-A7F3-4673-80CB-A2791901F00D}" type="pres">
      <dgm:prSet presAssocID="{641CCB0C-53CD-49BE-94CD-EBBED6B92369}" presName="spaceRect" presStyleCnt="0"/>
      <dgm:spPr/>
    </dgm:pt>
    <dgm:pt modelId="{E4A00054-C821-4E6C-972D-DD181A97923B}" type="pres">
      <dgm:prSet presAssocID="{641CCB0C-53CD-49BE-94CD-EBBED6B92369}" presName="parTx" presStyleLbl="revTx" presStyleIdx="2" presStyleCnt="4">
        <dgm:presLayoutVars>
          <dgm:chMax val="0"/>
          <dgm:chPref val="0"/>
        </dgm:presLayoutVars>
      </dgm:prSet>
      <dgm:spPr/>
    </dgm:pt>
    <dgm:pt modelId="{879A7117-1DC2-4011-AEB2-276CC369F2AE}" type="pres">
      <dgm:prSet presAssocID="{C38ED69D-3E0D-4FD5-8C12-E62505252316}" presName="sibTrans" presStyleCnt="0"/>
      <dgm:spPr/>
    </dgm:pt>
    <dgm:pt modelId="{8644672F-4FE4-4D73-AE6A-03B6B9A5CCC4}" type="pres">
      <dgm:prSet presAssocID="{18B9CB13-02F3-4B7B-A371-3DD6EA68A16A}" presName="compNode" presStyleCnt="0"/>
      <dgm:spPr/>
    </dgm:pt>
    <dgm:pt modelId="{BABD25E5-E1E6-4CB4-A126-0346E59E278D}" type="pres">
      <dgm:prSet presAssocID="{18B9CB13-02F3-4B7B-A371-3DD6EA68A16A}" presName="bgRect" presStyleLbl="bgShp" presStyleIdx="3" presStyleCnt="4"/>
      <dgm:spPr/>
    </dgm:pt>
    <dgm:pt modelId="{190C8F9E-765A-4C4B-A134-9BD1FD15929F}" type="pres">
      <dgm:prSet presAssocID="{18B9CB13-02F3-4B7B-A371-3DD6EA68A16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3CE2FECC-A5B3-49E5-8887-F85B55E1EFAC}" type="pres">
      <dgm:prSet presAssocID="{18B9CB13-02F3-4B7B-A371-3DD6EA68A16A}" presName="spaceRect" presStyleCnt="0"/>
      <dgm:spPr/>
    </dgm:pt>
    <dgm:pt modelId="{807E3A1F-3871-46A1-B925-EC45B072615A}" type="pres">
      <dgm:prSet presAssocID="{18B9CB13-02F3-4B7B-A371-3DD6EA68A16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44AC07-6C17-4F26-AB78-339C29A88CA2}" type="presOf" srcId="{16EA8D08-5E8C-469A-90A8-FD9EAB081466}" destId="{09797B4E-BB39-4492-AC43-765309E0A6CD}" srcOrd="0" destOrd="0" presId="urn:microsoft.com/office/officeart/2018/2/layout/IconVerticalSolidList"/>
    <dgm:cxn modelId="{44CD4F2C-86E7-49FF-87C2-9C285A422EE8}" srcId="{16EA8D08-5E8C-469A-90A8-FD9EAB081466}" destId="{9CB698BC-121B-4D26-92E7-F75E99370AA2}" srcOrd="0" destOrd="0" parTransId="{B7BFFEDB-A454-42D9-86B3-53F6C1EBAE83}" sibTransId="{A330BDB1-AE09-49D4-BC51-07E859FE5F5B}"/>
    <dgm:cxn modelId="{31AD3966-2197-430D-A807-F5FE941F821C}" type="presOf" srcId="{A5BB6F26-CFCF-4E2A-B84A-BF15EC40CA04}" destId="{423341FA-B5CC-4DED-BE72-56342804C472}" srcOrd="0" destOrd="0" presId="urn:microsoft.com/office/officeart/2018/2/layout/IconVerticalSolidList"/>
    <dgm:cxn modelId="{1C8CAE55-8717-4B8E-BAB3-69D316DD915E}" srcId="{16EA8D08-5E8C-469A-90A8-FD9EAB081466}" destId="{18B9CB13-02F3-4B7B-A371-3DD6EA68A16A}" srcOrd="3" destOrd="0" parTransId="{864848AE-60D2-403C-BA35-BA1D326A2F92}" sibTransId="{8AF342CF-0AC2-4704-AD6D-19BFF5F2D2C2}"/>
    <dgm:cxn modelId="{9F4FF67D-D689-4090-AD3D-6970EB85644B}" type="presOf" srcId="{9CB698BC-121B-4D26-92E7-F75E99370AA2}" destId="{98607410-A52D-4BB6-B190-94135ACDF011}" srcOrd="0" destOrd="0" presId="urn:microsoft.com/office/officeart/2018/2/layout/IconVerticalSolidList"/>
    <dgm:cxn modelId="{0F5CDA7F-0556-4E0C-AA86-235E849DA3B6}" srcId="{16EA8D08-5E8C-469A-90A8-FD9EAB081466}" destId="{A5BB6F26-CFCF-4E2A-B84A-BF15EC40CA04}" srcOrd="1" destOrd="0" parTransId="{FA8CA22F-6610-4F5A-AB6A-A9BE2DB83515}" sibTransId="{1F4B6113-439E-45D0-9FBF-0E360EA9FCD4}"/>
    <dgm:cxn modelId="{5B9C939C-5FB6-439F-9BFF-86E977402D02}" type="presOf" srcId="{18B9CB13-02F3-4B7B-A371-3DD6EA68A16A}" destId="{807E3A1F-3871-46A1-B925-EC45B072615A}" srcOrd="0" destOrd="0" presId="urn:microsoft.com/office/officeart/2018/2/layout/IconVerticalSolidList"/>
    <dgm:cxn modelId="{F99C4FAB-053E-410A-AF9A-FB52C9BE0E70}" type="presOf" srcId="{641CCB0C-53CD-49BE-94CD-EBBED6B92369}" destId="{E4A00054-C821-4E6C-972D-DD181A97923B}" srcOrd="0" destOrd="0" presId="urn:microsoft.com/office/officeart/2018/2/layout/IconVerticalSolidList"/>
    <dgm:cxn modelId="{0FFEC9ED-DC4F-4D1B-8E8B-F6EBAF9CF393}" srcId="{16EA8D08-5E8C-469A-90A8-FD9EAB081466}" destId="{641CCB0C-53CD-49BE-94CD-EBBED6B92369}" srcOrd="2" destOrd="0" parTransId="{BD8F43E5-5A59-4B21-A996-3497C9155A7C}" sibTransId="{C38ED69D-3E0D-4FD5-8C12-E62505252316}"/>
    <dgm:cxn modelId="{B2508BEB-3A7C-4265-8170-810F0B0B2BD7}" type="presParOf" srcId="{09797B4E-BB39-4492-AC43-765309E0A6CD}" destId="{744739AB-D7DF-4FEC-B9EF-064440784CCD}" srcOrd="0" destOrd="0" presId="urn:microsoft.com/office/officeart/2018/2/layout/IconVerticalSolidList"/>
    <dgm:cxn modelId="{2877C921-17DB-4989-AF49-E4247266EAF5}" type="presParOf" srcId="{744739AB-D7DF-4FEC-B9EF-064440784CCD}" destId="{8AB5731B-F028-4D3B-8870-900EB5290E93}" srcOrd="0" destOrd="0" presId="urn:microsoft.com/office/officeart/2018/2/layout/IconVerticalSolidList"/>
    <dgm:cxn modelId="{F477E97E-7BE0-40A6-8FD0-EE1CC504D8AC}" type="presParOf" srcId="{744739AB-D7DF-4FEC-B9EF-064440784CCD}" destId="{29E5EFA1-C43C-4DE0-9AB4-66224E3A558E}" srcOrd="1" destOrd="0" presId="urn:microsoft.com/office/officeart/2018/2/layout/IconVerticalSolidList"/>
    <dgm:cxn modelId="{B88C0BC1-1B51-4A45-9EB0-8644EFB1E2EB}" type="presParOf" srcId="{744739AB-D7DF-4FEC-B9EF-064440784CCD}" destId="{84410CEC-66EF-4F98-B9B2-8AC85F128A95}" srcOrd="2" destOrd="0" presId="urn:microsoft.com/office/officeart/2018/2/layout/IconVerticalSolidList"/>
    <dgm:cxn modelId="{9B82B2FF-2306-4281-8AE8-7D44758309C9}" type="presParOf" srcId="{744739AB-D7DF-4FEC-B9EF-064440784CCD}" destId="{98607410-A52D-4BB6-B190-94135ACDF011}" srcOrd="3" destOrd="0" presId="urn:microsoft.com/office/officeart/2018/2/layout/IconVerticalSolidList"/>
    <dgm:cxn modelId="{F8571E82-FAE9-46EA-9F23-08899E7C90C1}" type="presParOf" srcId="{09797B4E-BB39-4492-AC43-765309E0A6CD}" destId="{1895B47E-2D55-4EC7-9BF7-ADC7A0F8B092}" srcOrd="1" destOrd="0" presId="urn:microsoft.com/office/officeart/2018/2/layout/IconVerticalSolidList"/>
    <dgm:cxn modelId="{3024BF4C-E1EE-4669-8A66-458ECFD1FC6E}" type="presParOf" srcId="{09797B4E-BB39-4492-AC43-765309E0A6CD}" destId="{BED3D049-0168-4A44-8A28-0DEAB57E29B8}" srcOrd="2" destOrd="0" presId="urn:microsoft.com/office/officeart/2018/2/layout/IconVerticalSolidList"/>
    <dgm:cxn modelId="{E977F6E7-A9D4-4001-87FC-396834A78000}" type="presParOf" srcId="{BED3D049-0168-4A44-8A28-0DEAB57E29B8}" destId="{02987F60-4B12-4C33-8929-2644DB5AEEB3}" srcOrd="0" destOrd="0" presId="urn:microsoft.com/office/officeart/2018/2/layout/IconVerticalSolidList"/>
    <dgm:cxn modelId="{65A5CD7E-998E-4372-BF41-AC08AC189FE9}" type="presParOf" srcId="{BED3D049-0168-4A44-8A28-0DEAB57E29B8}" destId="{6944BB51-687E-4C45-9463-49D432509C60}" srcOrd="1" destOrd="0" presId="urn:microsoft.com/office/officeart/2018/2/layout/IconVerticalSolidList"/>
    <dgm:cxn modelId="{0D8E85F8-3BEC-4CA8-9D26-1A02D35E0940}" type="presParOf" srcId="{BED3D049-0168-4A44-8A28-0DEAB57E29B8}" destId="{8E0EF17C-907E-4728-8A9B-D1D75B5FD037}" srcOrd="2" destOrd="0" presId="urn:microsoft.com/office/officeart/2018/2/layout/IconVerticalSolidList"/>
    <dgm:cxn modelId="{A74874FA-112D-4787-92A4-AB77C0104641}" type="presParOf" srcId="{BED3D049-0168-4A44-8A28-0DEAB57E29B8}" destId="{423341FA-B5CC-4DED-BE72-56342804C472}" srcOrd="3" destOrd="0" presId="urn:microsoft.com/office/officeart/2018/2/layout/IconVerticalSolidList"/>
    <dgm:cxn modelId="{ADC21E81-AB33-4031-9A88-10C031D1E55A}" type="presParOf" srcId="{09797B4E-BB39-4492-AC43-765309E0A6CD}" destId="{8BA21DF5-6622-4168-B9F1-E70981BF5893}" srcOrd="3" destOrd="0" presId="urn:microsoft.com/office/officeart/2018/2/layout/IconVerticalSolidList"/>
    <dgm:cxn modelId="{C73A407C-CAA7-4785-A7A9-8B21E2B59532}" type="presParOf" srcId="{09797B4E-BB39-4492-AC43-765309E0A6CD}" destId="{18EEFF25-7452-4A9F-91CE-564A8385C350}" srcOrd="4" destOrd="0" presId="urn:microsoft.com/office/officeart/2018/2/layout/IconVerticalSolidList"/>
    <dgm:cxn modelId="{9E9EE8C4-4901-4768-A06F-F585A84CF1F4}" type="presParOf" srcId="{18EEFF25-7452-4A9F-91CE-564A8385C350}" destId="{FB59D819-4559-4C56-8F5F-DEFF9C99AF0F}" srcOrd="0" destOrd="0" presId="urn:microsoft.com/office/officeart/2018/2/layout/IconVerticalSolidList"/>
    <dgm:cxn modelId="{B4827C08-9BB6-4C1D-B3C8-76926A5B8D57}" type="presParOf" srcId="{18EEFF25-7452-4A9F-91CE-564A8385C350}" destId="{3E454CD6-381F-4E57-B081-08EC40692B74}" srcOrd="1" destOrd="0" presId="urn:microsoft.com/office/officeart/2018/2/layout/IconVerticalSolidList"/>
    <dgm:cxn modelId="{592CA696-F2C3-45C0-B5BD-6A4801E0D476}" type="presParOf" srcId="{18EEFF25-7452-4A9F-91CE-564A8385C350}" destId="{814C97FA-A7F3-4673-80CB-A2791901F00D}" srcOrd="2" destOrd="0" presId="urn:microsoft.com/office/officeart/2018/2/layout/IconVerticalSolidList"/>
    <dgm:cxn modelId="{A78047C0-EF76-413F-9F40-9B24A58593C9}" type="presParOf" srcId="{18EEFF25-7452-4A9F-91CE-564A8385C350}" destId="{E4A00054-C821-4E6C-972D-DD181A97923B}" srcOrd="3" destOrd="0" presId="urn:microsoft.com/office/officeart/2018/2/layout/IconVerticalSolidList"/>
    <dgm:cxn modelId="{7683C908-B384-494D-9C5D-4887385BAFCC}" type="presParOf" srcId="{09797B4E-BB39-4492-AC43-765309E0A6CD}" destId="{879A7117-1DC2-4011-AEB2-276CC369F2AE}" srcOrd="5" destOrd="0" presId="urn:microsoft.com/office/officeart/2018/2/layout/IconVerticalSolidList"/>
    <dgm:cxn modelId="{57A1BC72-AEAF-40F3-B1B8-83FE82A26B82}" type="presParOf" srcId="{09797B4E-BB39-4492-AC43-765309E0A6CD}" destId="{8644672F-4FE4-4D73-AE6A-03B6B9A5CCC4}" srcOrd="6" destOrd="0" presId="urn:microsoft.com/office/officeart/2018/2/layout/IconVerticalSolidList"/>
    <dgm:cxn modelId="{6AAF18EB-4150-40FC-BAD8-6891D00A8FEE}" type="presParOf" srcId="{8644672F-4FE4-4D73-AE6A-03B6B9A5CCC4}" destId="{BABD25E5-E1E6-4CB4-A126-0346E59E278D}" srcOrd="0" destOrd="0" presId="urn:microsoft.com/office/officeart/2018/2/layout/IconVerticalSolidList"/>
    <dgm:cxn modelId="{D137FDEB-4FF2-4743-8BB0-001F6CCCEFDF}" type="presParOf" srcId="{8644672F-4FE4-4D73-AE6A-03B6B9A5CCC4}" destId="{190C8F9E-765A-4C4B-A134-9BD1FD15929F}" srcOrd="1" destOrd="0" presId="urn:microsoft.com/office/officeart/2018/2/layout/IconVerticalSolidList"/>
    <dgm:cxn modelId="{2CDD717F-D5F7-4E6E-8BC6-32C4B0382147}" type="presParOf" srcId="{8644672F-4FE4-4D73-AE6A-03B6B9A5CCC4}" destId="{3CE2FECC-A5B3-49E5-8887-F85B55E1EFAC}" srcOrd="2" destOrd="0" presId="urn:microsoft.com/office/officeart/2018/2/layout/IconVerticalSolidList"/>
    <dgm:cxn modelId="{536A5666-B7AD-4643-A00F-AA9F0946E2A1}" type="presParOf" srcId="{8644672F-4FE4-4D73-AE6A-03B6B9A5CCC4}" destId="{807E3A1F-3871-46A1-B925-EC45B07261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38D229-592F-4AF5-9BEC-474C3B0C4B92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07B87D-570F-4D03-ADC8-60E7E0ABEFA0}">
      <dgm:prSet/>
      <dgm:spPr/>
      <dgm:t>
        <a:bodyPr/>
        <a:lstStyle/>
        <a:p>
          <a:r>
            <a:rPr lang="en-US"/>
            <a:t>• Construcción exitosa del Data Warehouse.</a:t>
          </a:r>
        </a:p>
      </dgm:t>
    </dgm:pt>
    <dgm:pt modelId="{0C021266-F9ED-4ABD-9C4A-3D7A5644FCE8}" type="parTrans" cxnId="{A48E0943-2934-49D7-9090-797921FE80B0}">
      <dgm:prSet/>
      <dgm:spPr/>
      <dgm:t>
        <a:bodyPr/>
        <a:lstStyle/>
        <a:p>
          <a:endParaRPr lang="en-US"/>
        </a:p>
      </dgm:t>
    </dgm:pt>
    <dgm:pt modelId="{71F4BE34-AE0A-4BF9-BB4E-95BDE7902100}" type="sibTrans" cxnId="{A48E0943-2934-49D7-9090-797921FE80B0}">
      <dgm:prSet/>
      <dgm:spPr/>
      <dgm:t>
        <a:bodyPr/>
        <a:lstStyle/>
        <a:p>
          <a:endParaRPr lang="en-US"/>
        </a:p>
      </dgm:t>
    </dgm:pt>
    <dgm:pt modelId="{CE495B9B-0D25-4A7C-BAF6-22843A271FFC}">
      <dgm:prSet/>
      <dgm:spPr/>
      <dgm:t>
        <a:bodyPr/>
        <a:lstStyle/>
        <a:p>
          <a:r>
            <a:rPr lang="en-US"/>
            <a:t>• Implementación funcional del Cubo OLAP.</a:t>
          </a:r>
        </a:p>
      </dgm:t>
    </dgm:pt>
    <dgm:pt modelId="{C023C245-F58C-4C00-BF9A-8BBE0C1CFCB5}" type="parTrans" cxnId="{9A36D7FC-99D6-4C40-8828-9984C33498E2}">
      <dgm:prSet/>
      <dgm:spPr/>
      <dgm:t>
        <a:bodyPr/>
        <a:lstStyle/>
        <a:p>
          <a:endParaRPr lang="en-US"/>
        </a:p>
      </dgm:t>
    </dgm:pt>
    <dgm:pt modelId="{2CA7EF7E-6814-44B6-8F73-CFD4D3B23108}" type="sibTrans" cxnId="{9A36D7FC-99D6-4C40-8828-9984C33498E2}">
      <dgm:prSet/>
      <dgm:spPr/>
      <dgm:t>
        <a:bodyPr/>
        <a:lstStyle/>
        <a:p>
          <a:endParaRPr lang="en-US"/>
        </a:p>
      </dgm:t>
    </dgm:pt>
    <dgm:pt modelId="{FD5E892B-88B1-41F3-9A31-EC834FA95EAE}">
      <dgm:prSet/>
      <dgm:spPr/>
      <dgm:t>
        <a:bodyPr/>
        <a:lstStyle/>
        <a:p>
          <a:r>
            <a:rPr lang="en-US"/>
            <a:t>• Dashboard dinámico e interactivo.</a:t>
          </a:r>
        </a:p>
      </dgm:t>
    </dgm:pt>
    <dgm:pt modelId="{2D6B983A-29EF-4CD6-813C-963BED9B03AD}" type="parTrans" cxnId="{8980A5DF-7D1F-4124-B4FC-F0A1F466E707}">
      <dgm:prSet/>
      <dgm:spPr/>
      <dgm:t>
        <a:bodyPr/>
        <a:lstStyle/>
        <a:p>
          <a:endParaRPr lang="en-US"/>
        </a:p>
      </dgm:t>
    </dgm:pt>
    <dgm:pt modelId="{2E510952-C43B-4534-AB71-DE950E9FF1CB}" type="sibTrans" cxnId="{8980A5DF-7D1F-4124-B4FC-F0A1F466E707}">
      <dgm:prSet/>
      <dgm:spPr/>
      <dgm:t>
        <a:bodyPr/>
        <a:lstStyle/>
        <a:p>
          <a:endParaRPr lang="en-US"/>
        </a:p>
      </dgm:t>
    </dgm:pt>
    <dgm:pt modelId="{769F3A35-66A8-4149-9A72-10CAA4A1073E}">
      <dgm:prSet/>
      <dgm:spPr/>
      <dgm:t>
        <a:bodyPr/>
        <a:lstStyle/>
        <a:p>
          <a:r>
            <a:rPr lang="en-US"/>
            <a:t>• Mejora en el análisis empresarial.</a:t>
          </a:r>
        </a:p>
      </dgm:t>
    </dgm:pt>
    <dgm:pt modelId="{A1F7BB65-FBC1-406E-A86C-678AB97F75F8}" type="parTrans" cxnId="{BC567FDB-C317-4D40-B90E-8EBCD2334AFC}">
      <dgm:prSet/>
      <dgm:spPr/>
      <dgm:t>
        <a:bodyPr/>
        <a:lstStyle/>
        <a:p>
          <a:endParaRPr lang="en-US"/>
        </a:p>
      </dgm:t>
    </dgm:pt>
    <dgm:pt modelId="{AC8310E2-07AB-47A0-A87F-CF08F7E44C19}" type="sibTrans" cxnId="{BC567FDB-C317-4D40-B90E-8EBCD2334AFC}">
      <dgm:prSet/>
      <dgm:spPr/>
      <dgm:t>
        <a:bodyPr/>
        <a:lstStyle/>
        <a:p>
          <a:endParaRPr lang="en-US"/>
        </a:p>
      </dgm:t>
    </dgm:pt>
    <dgm:pt modelId="{F25CBAFB-AE43-41FC-90C6-3E230DDA19A2}" type="pres">
      <dgm:prSet presAssocID="{CA38D229-592F-4AF5-9BEC-474C3B0C4B92}" presName="diagram" presStyleCnt="0">
        <dgm:presLayoutVars>
          <dgm:dir/>
          <dgm:resizeHandles val="exact"/>
        </dgm:presLayoutVars>
      </dgm:prSet>
      <dgm:spPr/>
    </dgm:pt>
    <dgm:pt modelId="{8F46EA79-038B-4013-83FB-D09EEAC3D734}" type="pres">
      <dgm:prSet presAssocID="{9307B87D-570F-4D03-ADC8-60E7E0ABEFA0}" presName="arrow" presStyleLbl="node1" presStyleIdx="0" presStyleCnt="4">
        <dgm:presLayoutVars>
          <dgm:bulletEnabled val="1"/>
        </dgm:presLayoutVars>
      </dgm:prSet>
      <dgm:spPr/>
    </dgm:pt>
    <dgm:pt modelId="{ABB166EB-4985-44FA-9A9B-BA496F69317A}" type="pres">
      <dgm:prSet presAssocID="{CE495B9B-0D25-4A7C-BAF6-22843A271FFC}" presName="arrow" presStyleLbl="node1" presStyleIdx="1" presStyleCnt="4">
        <dgm:presLayoutVars>
          <dgm:bulletEnabled val="1"/>
        </dgm:presLayoutVars>
      </dgm:prSet>
      <dgm:spPr/>
    </dgm:pt>
    <dgm:pt modelId="{676F4E10-886A-4E1A-B163-A56F651812D5}" type="pres">
      <dgm:prSet presAssocID="{FD5E892B-88B1-41F3-9A31-EC834FA95EAE}" presName="arrow" presStyleLbl="node1" presStyleIdx="2" presStyleCnt="4">
        <dgm:presLayoutVars>
          <dgm:bulletEnabled val="1"/>
        </dgm:presLayoutVars>
      </dgm:prSet>
      <dgm:spPr/>
    </dgm:pt>
    <dgm:pt modelId="{D751C94A-1C07-4B69-9E91-2414CC1BA155}" type="pres">
      <dgm:prSet presAssocID="{769F3A35-66A8-4149-9A72-10CAA4A1073E}" presName="arrow" presStyleLbl="node1" presStyleIdx="3" presStyleCnt="4">
        <dgm:presLayoutVars>
          <dgm:bulletEnabled val="1"/>
        </dgm:presLayoutVars>
      </dgm:prSet>
      <dgm:spPr/>
    </dgm:pt>
  </dgm:ptLst>
  <dgm:cxnLst>
    <dgm:cxn modelId="{34D7B016-5D98-47F6-9F50-31CDCB1BE888}" type="presOf" srcId="{769F3A35-66A8-4149-9A72-10CAA4A1073E}" destId="{D751C94A-1C07-4B69-9E91-2414CC1BA155}" srcOrd="0" destOrd="0" presId="urn:microsoft.com/office/officeart/2005/8/layout/arrow5"/>
    <dgm:cxn modelId="{2ECD901A-ECD0-4222-9948-9CDCD8935267}" type="presOf" srcId="{CE495B9B-0D25-4A7C-BAF6-22843A271FFC}" destId="{ABB166EB-4985-44FA-9A9B-BA496F69317A}" srcOrd="0" destOrd="0" presId="urn:microsoft.com/office/officeart/2005/8/layout/arrow5"/>
    <dgm:cxn modelId="{A48E0943-2934-49D7-9090-797921FE80B0}" srcId="{CA38D229-592F-4AF5-9BEC-474C3B0C4B92}" destId="{9307B87D-570F-4D03-ADC8-60E7E0ABEFA0}" srcOrd="0" destOrd="0" parTransId="{0C021266-F9ED-4ABD-9C4A-3D7A5644FCE8}" sibTransId="{71F4BE34-AE0A-4BF9-BB4E-95BDE7902100}"/>
    <dgm:cxn modelId="{4986088D-093D-4390-AE57-4AFE80DC40D7}" type="presOf" srcId="{FD5E892B-88B1-41F3-9A31-EC834FA95EAE}" destId="{676F4E10-886A-4E1A-B163-A56F651812D5}" srcOrd="0" destOrd="0" presId="urn:microsoft.com/office/officeart/2005/8/layout/arrow5"/>
    <dgm:cxn modelId="{8F0CA2A3-2F5C-4503-AD2F-C54D84818E03}" type="presOf" srcId="{9307B87D-570F-4D03-ADC8-60E7E0ABEFA0}" destId="{8F46EA79-038B-4013-83FB-D09EEAC3D734}" srcOrd="0" destOrd="0" presId="urn:microsoft.com/office/officeart/2005/8/layout/arrow5"/>
    <dgm:cxn modelId="{BC567FDB-C317-4D40-B90E-8EBCD2334AFC}" srcId="{CA38D229-592F-4AF5-9BEC-474C3B0C4B92}" destId="{769F3A35-66A8-4149-9A72-10CAA4A1073E}" srcOrd="3" destOrd="0" parTransId="{A1F7BB65-FBC1-406E-A86C-678AB97F75F8}" sibTransId="{AC8310E2-07AB-47A0-A87F-CF08F7E44C19}"/>
    <dgm:cxn modelId="{8980A5DF-7D1F-4124-B4FC-F0A1F466E707}" srcId="{CA38D229-592F-4AF5-9BEC-474C3B0C4B92}" destId="{FD5E892B-88B1-41F3-9A31-EC834FA95EAE}" srcOrd="2" destOrd="0" parTransId="{2D6B983A-29EF-4CD6-813C-963BED9B03AD}" sibTransId="{2E510952-C43B-4534-AB71-DE950E9FF1CB}"/>
    <dgm:cxn modelId="{1FE29AF0-4848-4C13-8477-9A07C79DC367}" type="presOf" srcId="{CA38D229-592F-4AF5-9BEC-474C3B0C4B92}" destId="{F25CBAFB-AE43-41FC-90C6-3E230DDA19A2}" srcOrd="0" destOrd="0" presId="urn:microsoft.com/office/officeart/2005/8/layout/arrow5"/>
    <dgm:cxn modelId="{9A36D7FC-99D6-4C40-8828-9984C33498E2}" srcId="{CA38D229-592F-4AF5-9BEC-474C3B0C4B92}" destId="{CE495B9B-0D25-4A7C-BAF6-22843A271FFC}" srcOrd="1" destOrd="0" parTransId="{C023C245-F58C-4C00-BF9A-8BBE0C1CFCB5}" sibTransId="{2CA7EF7E-6814-44B6-8F73-CFD4D3B23108}"/>
    <dgm:cxn modelId="{A9147AD6-F17B-4662-915E-8C86DCFF01E8}" type="presParOf" srcId="{F25CBAFB-AE43-41FC-90C6-3E230DDA19A2}" destId="{8F46EA79-038B-4013-83FB-D09EEAC3D734}" srcOrd="0" destOrd="0" presId="urn:microsoft.com/office/officeart/2005/8/layout/arrow5"/>
    <dgm:cxn modelId="{44F0D525-D14D-4814-BAF1-8D903497AA38}" type="presParOf" srcId="{F25CBAFB-AE43-41FC-90C6-3E230DDA19A2}" destId="{ABB166EB-4985-44FA-9A9B-BA496F69317A}" srcOrd="1" destOrd="0" presId="urn:microsoft.com/office/officeart/2005/8/layout/arrow5"/>
    <dgm:cxn modelId="{9E2C0608-B011-43DD-A65F-914ADE3C8FC3}" type="presParOf" srcId="{F25CBAFB-AE43-41FC-90C6-3E230DDA19A2}" destId="{676F4E10-886A-4E1A-B163-A56F651812D5}" srcOrd="2" destOrd="0" presId="urn:microsoft.com/office/officeart/2005/8/layout/arrow5"/>
    <dgm:cxn modelId="{44B2DBA6-BE1C-4F2D-A42E-71849A65C519}" type="presParOf" srcId="{F25CBAFB-AE43-41FC-90C6-3E230DDA19A2}" destId="{D751C94A-1C07-4B69-9E91-2414CC1BA155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CBBFB9-5C04-491B-9F2F-5DE924DE9C7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325BAC-9FC7-4C47-B349-A7C1BFAE8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Automatizar procesos ETL.</a:t>
          </a:r>
        </a:p>
      </dgm:t>
    </dgm:pt>
    <dgm:pt modelId="{48C5EA5A-A938-4DC1-8EB9-88DA7E223397}" type="parTrans" cxnId="{DA64634C-9820-49E2-B40F-020092A57033}">
      <dgm:prSet/>
      <dgm:spPr/>
      <dgm:t>
        <a:bodyPr/>
        <a:lstStyle/>
        <a:p>
          <a:endParaRPr lang="en-US"/>
        </a:p>
      </dgm:t>
    </dgm:pt>
    <dgm:pt modelId="{DD92092B-6033-4E7C-B6C9-C0BD4D65DA43}" type="sibTrans" cxnId="{DA64634C-9820-49E2-B40F-020092A570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E3B318-558E-42C8-B82D-B038E94080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Incorporar modelos predictivos.</a:t>
          </a:r>
        </a:p>
      </dgm:t>
    </dgm:pt>
    <dgm:pt modelId="{DAE10ED7-1A0E-4AAB-8E46-17B8FC0F16B9}" type="parTrans" cxnId="{7BAEAC74-D3C4-4194-8D59-13C97311A5FD}">
      <dgm:prSet/>
      <dgm:spPr/>
      <dgm:t>
        <a:bodyPr/>
        <a:lstStyle/>
        <a:p>
          <a:endParaRPr lang="en-US"/>
        </a:p>
      </dgm:t>
    </dgm:pt>
    <dgm:pt modelId="{38D44775-8C06-4AC6-9DEB-67AF96361234}" type="sibTrans" cxnId="{7BAEAC74-D3C4-4194-8D59-13C97311A5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47DC11-8C20-46D0-AD80-D7461119B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Publicar dashboards en Power BI Service.</a:t>
          </a:r>
        </a:p>
      </dgm:t>
    </dgm:pt>
    <dgm:pt modelId="{B58B4FCD-F1BD-493F-B8B4-FC7B33E43A71}" type="parTrans" cxnId="{B4772532-2652-468E-AE5D-E1B748F3B85D}">
      <dgm:prSet/>
      <dgm:spPr/>
      <dgm:t>
        <a:bodyPr/>
        <a:lstStyle/>
        <a:p>
          <a:endParaRPr lang="en-US"/>
        </a:p>
      </dgm:t>
    </dgm:pt>
    <dgm:pt modelId="{60CD3E7A-5290-4347-8FBD-87ECB6FBFC91}" type="sibTrans" cxnId="{B4772532-2652-468E-AE5D-E1B748F3B8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266D26-ECC5-4F60-90B7-E2A6E3D968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Optimizar rendimiento del cubo OLAP.</a:t>
          </a:r>
        </a:p>
      </dgm:t>
    </dgm:pt>
    <dgm:pt modelId="{9BD49738-B06D-4207-88B5-BC7D2C11BE6E}" type="parTrans" cxnId="{8528BFDB-338F-455A-B1F9-63458A3E7500}">
      <dgm:prSet/>
      <dgm:spPr/>
      <dgm:t>
        <a:bodyPr/>
        <a:lstStyle/>
        <a:p>
          <a:endParaRPr lang="en-US"/>
        </a:p>
      </dgm:t>
    </dgm:pt>
    <dgm:pt modelId="{DF6449AC-7A61-45C3-9F79-944FD8C026CF}" type="sibTrans" cxnId="{8528BFDB-338F-455A-B1F9-63458A3E7500}">
      <dgm:prSet/>
      <dgm:spPr/>
      <dgm:t>
        <a:bodyPr/>
        <a:lstStyle/>
        <a:p>
          <a:endParaRPr lang="en-US"/>
        </a:p>
      </dgm:t>
    </dgm:pt>
    <dgm:pt modelId="{E8EC2A97-B743-4D36-95CB-9FCAD9249A87}" type="pres">
      <dgm:prSet presAssocID="{33CBBFB9-5C04-491B-9F2F-5DE924DE9C77}" presName="root" presStyleCnt="0">
        <dgm:presLayoutVars>
          <dgm:dir/>
          <dgm:resizeHandles val="exact"/>
        </dgm:presLayoutVars>
      </dgm:prSet>
      <dgm:spPr/>
    </dgm:pt>
    <dgm:pt modelId="{CBA6CE3A-A5AD-47BA-8F19-A204F675FDC8}" type="pres">
      <dgm:prSet presAssocID="{33CBBFB9-5C04-491B-9F2F-5DE924DE9C77}" presName="container" presStyleCnt="0">
        <dgm:presLayoutVars>
          <dgm:dir/>
          <dgm:resizeHandles val="exact"/>
        </dgm:presLayoutVars>
      </dgm:prSet>
      <dgm:spPr/>
    </dgm:pt>
    <dgm:pt modelId="{841414B4-B2D0-45C1-B1D2-76B72A9280E9}" type="pres">
      <dgm:prSet presAssocID="{D9325BAC-9FC7-4C47-B349-A7C1BFAE8739}" presName="compNode" presStyleCnt="0"/>
      <dgm:spPr/>
    </dgm:pt>
    <dgm:pt modelId="{2233F50A-26CA-49D1-BEC8-B71E25B6B986}" type="pres">
      <dgm:prSet presAssocID="{D9325BAC-9FC7-4C47-B349-A7C1BFAE8739}" presName="iconBgRect" presStyleLbl="bgShp" presStyleIdx="0" presStyleCnt="4"/>
      <dgm:spPr/>
    </dgm:pt>
    <dgm:pt modelId="{4BE08DC1-C431-426C-B3F3-64E117BE6D69}" type="pres">
      <dgm:prSet presAssocID="{D9325BAC-9FC7-4C47-B349-A7C1BFAE873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65A5BFF-25D2-4D66-BB1D-8A2D4D29B358}" type="pres">
      <dgm:prSet presAssocID="{D9325BAC-9FC7-4C47-B349-A7C1BFAE8739}" presName="spaceRect" presStyleCnt="0"/>
      <dgm:spPr/>
    </dgm:pt>
    <dgm:pt modelId="{7862E304-FEE5-49D2-A28B-AC89521E011C}" type="pres">
      <dgm:prSet presAssocID="{D9325BAC-9FC7-4C47-B349-A7C1BFAE8739}" presName="textRect" presStyleLbl="revTx" presStyleIdx="0" presStyleCnt="4">
        <dgm:presLayoutVars>
          <dgm:chMax val="1"/>
          <dgm:chPref val="1"/>
        </dgm:presLayoutVars>
      </dgm:prSet>
      <dgm:spPr/>
    </dgm:pt>
    <dgm:pt modelId="{D12FEA20-15BE-4B34-AD6B-9E89B24C275F}" type="pres">
      <dgm:prSet presAssocID="{DD92092B-6033-4E7C-B6C9-C0BD4D65DA43}" presName="sibTrans" presStyleLbl="sibTrans2D1" presStyleIdx="0" presStyleCnt="0"/>
      <dgm:spPr/>
    </dgm:pt>
    <dgm:pt modelId="{857B5783-73EA-401D-8E52-941231C16E4E}" type="pres">
      <dgm:prSet presAssocID="{77E3B318-558E-42C8-B82D-B038E94080F0}" presName="compNode" presStyleCnt="0"/>
      <dgm:spPr/>
    </dgm:pt>
    <dgm:pt modelId="{3B211324-60EC-45C8-80DE-0ABE423A822D}" type="pres">
      <dgm:prSet presAssocID="{77E3B318-558E-42C8-B82D-B038E94080F0}" presName="iconBgRect" presStyleLbl="bgShp" presStyleIdx="1" presStyleCnt="4"/>
      <dgm:spPr/>
    </dgm:pt>
    <dgm:pt modelId="{80785EE0-7582-4661-98F9-7BCE6B8AC3FB}" type="pres">
      <dgm:prSet presAssocID="{77E3B318-558E-42C8-B82D-B038E94080F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90E7D191-AE06-4A5F-B424-B1473BC01CCF}" type="pres">
      <dgm:prSet presAssocID="{77E3B318-558E-42C8-B82D-B038E94080F0}" presName="spaceRect" presStyleCnt="0"/>
      <dgm:spPr/>
    </dgm:pt>
    <dgm:pt modelId="{7F151182-11A1-42B2-A4EA-4A90595A42CC}" type="pres">
      <dgm:prSet presAssocID="{77E3B318-558E-42C8-B82D-B038E94080F0}" presName="textRect" presStyleLbl="revTx" presStyleIdx="1" presStyleCnt="4">
        <dgm:presLayoutVars>
          <dgm:chMax val="1"/>
          <dgm:chPref val="1"/>
        </dgm:presLayoutVars>
      </dgm:prSet>
      <dgm:spPr/>
    </dgm:pt>
    <dgm:pt modelId="{ED49780F-BB20-48CC-8280-E56EE020D931}" type="pres">
      <dgm:prSet presAssocID="{38D44775-8C06-4AC6-9DEB-67AF96361234}" presName="sibTrans" presStyleLbl="sibTrans2D1" presStyleIdx="0" presStyleCnt="0"/>
      <dgm:spPr/>
    </dgm:pt>
    <dgm:pt modelId="{72288E8A-DF98-4053-B51B-9AEE320D01FD}" type="pres">
      <dgm:prSet presAssocID="{C647DC11-8C20-46D0-AD80-D7461119BF73}" presName="compNode" presStyleCnt="0"/>
      <dgm:spPr/>
    </dgm:pt>
    <dgm:pt modelId="{062B8CD7-C82D-466F-B1DF-461AEDB96DD2}" type="pres">
      <dgm:prSet presAssocID="{C647DC11-8C20-46D0-AD80-D7461119BF73}" presName="iconBgRect" presStyleLbl="bgShp" presStyleIdx="2" presStyleCnt="4"/>
      <dgm:spPr/>
    </dgm:pt>
    <dgm:pt modelId="{9F7BEF9C-8497-4288-962D-1D5DF2DC6050}" type="pres">
      <dgm:prSet presAssocID="{C647DC11-8C20-46D0-AD80-D7461119BF7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áfono"/>
        </a:ext>
      </dgm:extLst>
    </dgm:pt>
    <dgm:pt modelId="{6CFA4E07-0143-45D7-9969-A62AE5AB446B}" type="pres">
      <dgm:prSet presAssocID="{C647DC11-8C20-46D0-AD80-D7461119BF73}" presName="spaceRect" presStyleCnt="0"/>
      <dgm:spPr/>
    </dgm:pt>
    <dgm:pt modelId="{5EDB2361-D75B-4517-8248-DA5ED0DD3322}" type="pres">
      <dgm:prSet presAssocID="{C647DC11-8C20-46D0-AD80-D7461119BF73}" presName="textRect" presStyleLbl="revTx" presStyleIdx="2" presStyleCnt="4">
        <dgm:presLayoutVars>
          <dgm:chMax val="1"/>
          <dgm:chPref val="1"/>
        </dgm:presLayoutVars>
      </dgm:prSet>
      <dgm:spPr/>
    </dgm:pt>
    <dgm:pt modelId="{4A7A6D77-1D5B-460A-8024-85547AC7DEBD}" type="pres">
      <dgm:prSet presAssocID="{60CD3E7A-5290-4347-8FBD-87ECB6FBFC91}" presName="sibTrans" presStyleLbl="sibTrans2D1" presStyleIdx="0" presStyleCnt="0"/>
      <dgm:spPr/>
    </dgm:pt>
    <dgm:pt modelId="{529183C0-03CA-46A3-A9B9-2FF0D67825CA}" type="pres">
      <dgm:prSet presAssocID="{A9266D26-ECC5-4F60-90B7-E2A6E3D96828}" presName="compNode" presStyleCnt="0"/>
      <dgm:spPr/>
    </dgm:pt>
    <dgm:pt modelId="{BD35CD30-EB35-4936-81B0-3C9E09C80D16}" type="pres">
      <dgm:prSet presAssocID="{A9266D26-ECC5-4F60-90B7-E2A6E3D96828}" presName="iconBgRect" presStyleLbl="bgShp" presStyleIdx="3" presStyleCnt="4"/>
      <dgm:spPr/>
    </dgm:pt>
    <dgm:pt modelId="{32CE9A21-6C0E-47A4-B534-A75C64D4E637}" type="pres">
      <dgm:prSet presAssocID="{A9266D26-ECC5-4F60-90B7-E2A6E3D9682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2FE6FC98-89B9-41D0-9204-015273C872DA}" type="pres">
      <dgm:prSet presAssocID="{A9266D26-ECC5-4F60-90B7-E2A6E3D96828}" presName="spaceRect" presStyleCnt="0"/>
      <dgm:spPr/>
    </dgm:pt>
    <dgm:pt modelId="{E47B1DD3-C10E-4257-90C8-0A431B7F1447}" type="pres">
      <dgm:prSet presAssocID="{A9266D26-ECC5-4F60-90B7-E2A6E3D968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61D00F-E0E6-43C4-979A-C8F6669B846E}" type="presOf" srcId="{DD92092B-6033-4E7C-B6C9-C0BD4D65DA43}" destId="{D12FEA20-15BE-4B34-AD6B-9E89B24C275F}" srcOrd="0" destOrd="0" presId="urn:microsoft.com/office/officeart/2018/2/layout/IconCircleList"/>
    <dgm:cxn modelId="{B4772532-2652-468E-AE5D-E1B748F3B85D}" srcId="{33CBBFB9-5C04-491B-9F2F-5DE924DE9C77}" destId="{C647DC11-8C20-46D0-AD80-D7461119BF73}" srcOrd="2" destOrd="0" parTransId="{B58B4FCD-F1BD-493F-B8B4-FC7B33E43A71}" sibTransId="{60CD3E7A-5290-4347-8FBD-87ECB6FBFC91}"/>
    <dgm:cxn modelId="{AD05BA3A-8DF9-420F-B64C-D7688C9F4797}" type="presOf" srcId="{D9325BAC-9FC7-4C47-B349-A7C1BFAE8739}" destId="{7862E304-FEE5-49D2-A28B-AC89521E011C}" srcOrd="0" destOrd="0" presId="urn:microsoft.com/office/officeart/2018/2/layout/IconCircleList"/>
    <dgm:cxn modelId="{DA64634C-9820-49E2-B40F-020092A57033}" srcId="{33CBBFB9-5C04-491B-9F2F-5DE924DE9C77}" destId="{D9325BAC-9FC7-4C47-B349-A7C1BFAE8739}" srcOrd="0" destOrd="0" parTransId="{48C5EA5A-A938-4DC1-8EB9-88DA7E223397}" sibTransId="{DD92092B-6033-4E7C-B6C9-C0BD4D65DA43}"/>
    <dgm:cxn modelId="{7FF6CE6C-EE41-4525-A7A1-61603AB59FAD}" type="presOf" srcId="{60CD3E7A-5290-4347-8FBD-87ECB6FBFC91}" destId="{4A7A6D77-1D5B-460A-8024-85547AC7DEBD}" srcOrd="0" destOrd="0" presId="urn:microsoft.com/office/officeart/2018/2/layout/IconCircleList"/>
    <dgm:cxn modelId="{6DB31451-5CB9-4CE1-92A7-D38729254C88}" type="presOf" srcId="{33CBBFB9-5C04-491B-9F2F-5DE924DE9C77}" destId="{E8EC2A97-B743-4D36-95CB-9FCAD9249A87}" srcOrd="0" destOrd="0" presId="urn:microsoft.com/office/officeart/2018/2/layout/IconCircleList"/>
    <dgm:cxn modelId="{7BAEAC74-D3C4-4194-8D59-13C97311A5FD}" srcId="{33CBBFB9-5C04-491B-9F2F-5DE924DE9C77}" destId="{77E3B318-558E-42C8-B82D-B038E94080F0}" srcOrd="1" destOrd="0" parTransId="{DAE10ED7-1A0E-4AAB-8E46-17B8FC0F16B9}" sibTransId="{38D44775-8C06-4AC6-9DEB-67AF96361234}"/>
    <dgm:cxn modelId="{6AA5F957-D926-412E-951A-B38D561CB5D6}" type="presOf" srcId="{77E3B318-558E-42C8-B82D-B038E94080F0}" destId="{7F151182-11A1-42B2-A4EA-4A90595A42CC}" srcOrd="0" destOrd="0" presId="urn:microsoft.com/office/officeart/2018/2/layout/IconCircleList"/>
    <dgm:cxn modelId="{8528BFDB-338F-455A-B1F9-63458A3E7500}" srcId="{33CBBFB9-5C04-491B-9F2F-5DE924DE9C77}" destId="{A9266D26-ECC5-4F60-90B7-E2A6E3D96828}" srcOrd="3" destOrd="0" parTransId="{9BD49738-B06D-4207-88B5-BC7D2C11BE6E}" sibTransId="{DF6449AC-7A61-45C3-9F79-944FD8C026CF}"/>
    <dgm:cxn modelId="{EA2E57E9-BE66-4D6C-836B-2BBB75070E01}" type="presOf" srcId="{C647DC11-8C20-46D0-AD80-D7461119BF73}" destId="{5EDB2361-D75B-4517-8248-DA5ED0DD3322}" srcOrd="0" destOrd="0" presId="urn:microsoft.com/office/officeart/2018/2/layout/IconCircleList"/>
    <dgm:cxn modelId="{BD5384EE-20C4-4DFD-B40E-B149DD22FCBA}" type="presOf" srcId="{A9266D26-ECC5-4F60-90B7-E2A6E3D96828}" destId="{E47B1DD3-C10E-4257-90C8-0A431B7F1447}" srcOrd="0" destOrd="0" presId="urn:microsoft.com/office/officeart/2018/2/layout/IconCircleList"/>
    <dgm:cxn modelId="{179256F9-4B56-4780-8E3A-EC56D41D52B8}" type="presOf" srcId="{38D44775-8C06-4AC6-9DEB-67AF96361234}" destId="{ED49780F-BB20-48CC-8280-E56EE020D931}" srcOrd="0" destOrd="0" presId="urn:microsoft.com/office/officeart/2018/2/layout/IconCircleList"/>
    <dgm:cxn modelId="{505D9BDE-EE59-480E-92D6-507BA1917B36}" type="presParOf" srcId="{E8EC2A97-B743-4D36-95CB-9FCAD9249A87}" destId="{CBA6CE3A-A5AD-47BA-8F19-A204F675FDC8}" srcOrd="0" destOrd="0" presId="urn:microsoft.com/office/officeart/2018/2/layout/IconCircleList"/>
    <dgm:cxn modelId="{A4316E4A-CF30-4661-B0D2-1C976745F1E4}" type="presParOf" srcId="{CBA6CE3A-A5AD-47BA-8F19-A204F675FDC8}" destId="{841414B4-B2D0-45C1-B1D2-76B72A9280E9}" srcOrd="0" destOrd="0" presId="urn:microsoft.com/office/officeart/2018/2/layout/IconCircleList"/>
    <dgm:cxn modelId="{3AF60D9C-E243-4F19-8CB7-4309EFB74318}" type="presParOf" srcId="{841414B4-B2D0-45C1-B1D2-76B72A9280E9}" destId="{2233F50A-26CA-49D1-BEC8-B71E25B6B986}" srcOrd="0" destOrd="0" presId="urn:microsoft.com/office/officeart/2018/2/layout/IconCircleList"/>
    <dgm:cxn modelId="{174F5D13-DF27-4AB2-BB76-9A2E04A7E366}" type="presParOf" srcId="{841414B4-B2D0-45C1-B1D2-76B72A9280E9}" destId="{4BE08DC1-C431-426C-B3F3-64E117BE6D69}" srcOrd="1" destOrd="0" presId="urn:microsoft.com/office/officeart/2018/2/layout/IconCircleList"/>
    <dgm:cxn modelId="{D3119FE3-D434-4ADB-BAAB-1F036886C196}" type="presParOf" srcId="{841414B4-B2D0-45C1-B1D2-76B72A9280E9}" destId="{365A5BFF-25D2-4D66-BB1D-8A2D4D29B358}" srcOrd="2" destOrd="0" presId="urn:microsoft.com/office/officeart/2018/2/layout/IconCircleList"/>
    <dgm:cxn modelId="{5AC55F55-BD25-433F-BC30-8C20F8DEF95E}" type="presParOf" srcId="{841414B4-B2D0-45C1-B1D2-76B72A9280E9}" destId="{7862E304-FEE5-49D2-A28B-AC89521E011C}" srcOrd="3" destOrd="0" presId="urn:microsoft.com/office/officeart/2018/2/layout/IconCircleList"/>
    <dgm:cxn modelId="{5AA7D089-E07C-40F8-9712-93DBC1540560}" type="presParOf" srcId="{CBA6CE3A-A5AD-47BA-8F19-A204F675FDC8}" destId="{D12FEA20-15BE-4B34-AD6B-9E89B24C275F}" srcOrd="1" destOrd="0" presId="urn:microsoft.com/office/officeart/2018/2/layout/IconCircleList"/>
    <dgm:cxn modelId="{4BD95285-ADF6-434B-86BF-C9753463C795}" type="presParOf" srcId="{CBA6CE3A-A5AD-47BA-8F19-A204F675FDC8}" destId="{857B5783-73EA-401D-8E52-941231C16E4E}" srcOrd="2" destOrd="0" presId="urn:microsoft.com/office/officeart/2018/2/layout/IconCircleList"/>
    <dgm:cxn modelId="{772A3428-BA0A-40F9-B0B6-76649D1DFE2F}" type="presParOf" srcId="{857B5783-73EA-401D-8E52-941231C16E4E}" destId="{3B211324-60EC-45C8-80DE-0ABE423A822D}" srcOrd="0" destOrd="0" presId="urn:microsoft.com/office/officeart/2018/2/layout/IconCircleList"/>
    <dgm:cxn modelId="{BAF5CDC9-D17A-4A8C-8CC7-D1DE97F0E1FE}" type="presParOf" srcId="{857B5783-73EA-401D-8E52-941231C16E4E}" destId="{80785EE0-7582-4661-98F9-7BCE6B8AC3FB}" srcOrd="1" destOrd="0" presId="urn:microsoft.com/office/officeart/2018/2/layout/IconCircleList"/>
    <dgm:cxn modelId="{435F3512-A273-42AB-84E9-CDCF5361B16B}" type="presParOf" srcId="{857B5783-73EA-401D-8E52-941231C16E4E}" destId="{90E7D191-AE06-4A5F-B424-B1473BC01CCF}" srcOrd="2" destOrd="0" presId="urn:microsoft.com/office/officeart/2018/2/layout/IconCircleList"/>
    <dgm:cxn modelId="{263913F5-F4D4-40B4-AEF4-143A550FAB4E}" type="presParOf" srcId="{857B5783-73EA-401D-8E52-941231C16E4E}" destId="{7F151182-11A1-42B2-A4EA-4A90595A42CC}" srcOrd="3" destOrd="0" presId="urn:microsoft.com/office/officeart/2018/2/layout/IconCircleList"/>
    <dgm:cxn modelId="{8ED08315-0267-428D-9EB9-5C4468DB6B93}" type="presParOf" srcId="{CBA6CE3A-A5AD-47BA-8F19-A204F675FDC8}" destId="{ED49780F-BB20-48CC-8280-E56EE020D931}" srcOrd="3" destOrd="0" presId="urn:microsoft.com/office/officeart/2018/2/layout/IconCircleList"/>
    <dgm:cxn modelId="{65468779-D8E0-476E-9D56-4CF0E4B48338}" type="presParOf" srcId="{CBA6CE3A-A5AD-47BA-8F19-A204F675FDC8}" destId="{72288E8A-DF98-4053-B51B-9AEE320D01FD}" srcOrd="4" destOrd="0" presId="urn:microsoft.com/office/officeart/2018/2/layout/IconCircleList"/>
    <dgm:cxn modelId="{FFEFF50B-EE53-483D-AAD1-5B1E6A8DA3E1}" type="presParOf" srcId="{72288E8A-DF98-4053-B51B-9AEE320D01FD}" destId="{062B8CD7-C82D-466F-B1DF-461AEDB96DD2}" srcOrd="0" destOrd="0" presId="urn:microsoft.com/office/officeart/2018/2/layout/IconCircleList"/>
    <dgm:cxn modelId="{6623A62D-CE1D-4847-BB41-655E3833531F}" type="presParOf" srcId="{72288E8A-DF98-4053-B51B-9AEE320D01FD}" destId="{9F7BEF9C-8497-4288-962D-1D5DF2DC6050}" srcOrd="1" destOrd="0" presId="urn:microsoft.com/office/officeart/2018/2/layout/IconCircleList"/>
    <dgm:cxn modelId="{AFD9ED9C-1F87-4DD2-8333-23BB7ABF6D4C}" type="presParOf" srcId="{72288E8A-DF98-4053-B51B-9AEE320D01FD}" destId="{6CFA4E07-0143-45D7-9969-A62AE5AB446B}" srcOrd="2" destOrd="0" presId="urn:microsoft.com/office/officeart/2018/2/layout/IconCircleList"/>
    <dgm:cxn modelId="{5F86AD46-2BAD-4571-9503-73228C7294AE}" type="presParOf" srcId="{72288E8A-DF98-4053-B51B-9AEE320D01FD}" destId="{5EDB2361-D75B-4517-8248-DA5ED0DD3322}" srcOrd="3" destOrd="0" presId="urn:microsoft.com/office/officeart/2018/2/layout/IconCircleList"/>
    <dgm:cxn modelId="{27230220-8201-4A12-AD0E-C2F559449D32}" type="presParOf" srcId="{CBA6CE3A-A5AD-47BA-8F19-A204F675FDC8}" destId="{4A7A6D77-1D5B-460A-8024-85547AC7DEBD}" srcOrd="5" destOrd="0" presId="urn:microsoft.com/office/officeart/2018/2/layout/IconCircleList"/>
    <dgm:cxn modelId="{FB4E1DD3-C2C4-4A03-AD08-597B2CC829CF}" type="presParOf" srcId="{CBA6CE3A-A5AD-47BA-8F19-A204F675FDC8}" destId="{529183C0-03CA-46A3-A9B9-2FF0D67825CA}" srcOrd="6" destOrd="0" presId="urn:microsoft.com/office/officeart/2018/2/layout/IconCircleList"/>
    <dgm:cxn modelId="{A75C1754-5072-4D71-9F32-475AB14F1985}" type="presParOf" srcId="{529183C0-03CA-46A3-A9B9-2FF0D67825CA}" destId="{BD35CD30-EB35-4936-81B0-3C9E09C80D16}" srcOrd="0" destOrd="0" presId="urn:microsoft.com/office/officeart/2018/2/layout/IconCircleList"/>
    <dgm:cxn modelId="{A16EB56E-7EA0-41E4-BBDF-CA92C68390D4}" type="presParOf" srcId="{529183C0-03CA-46A3-A9B9-2FF0D67825CA}" destId="{32CE9A21-6C0E-47A4-B534-A75C64D4E637}" srcOrd="1" destOrd="0" presId="urn:microsoft.com/office/officeart/2018/2/layout/IconCircleList"/>
    <dgm:cxn modelId="{ABBD146D-4E52-4C0D-A6F4-DABDEB92B837}" type="presParOf" srcId="{529183C0-03CA-46A3-A9B9-2FF0D67825CA}" destId="{2FE6FC98-89B9-41D0-9204-015273C872DA}" srcOrd="2" destOrd="0" presId="urn:microsoft.com/office/officeart/2018/2/layout/IconCircleList"/>
    <dgm:cxn modelId="{FBBA06BE-6C09-4DE3-80D5-38B6DFD383E4}" type="presParOf" srcId="{529183C0-03CA-46A3-A9B9-2FF0D67825CA}" destId="{E47B1DD3-C10E-4257-90C8-0A431B7F144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93832-0E2A-47A8-9FE4-25440E1FAA24}">
      <dsp:nvSpPr>
        <dsp:cNvPr id="0" name=""/>
        <dsp:cNvSpPr/>
      </dsp:nvSpPr>
      <dsp:spPr>
        <a:xfrm>
          <a:off x="0" y="405975"/>
          <a:ext cx="4718785" cy="471878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F287E-19BC-4681-B95A-9F48C73F680F}">
      <dsp:nvSpPr>
        <dsp:cNvPr id="0" name=""/>
        <dsp:cNvSpPr/>
      </dsp:nvSpPr>
      <dsp:spPr>
        <a:xfrm>
          <a:off x="448284" y="854259"/>
          <a:ext cx="1840326" cy="184032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Restauración de la base de datos.</a:t>
          </a:r>
        </a:p>
      </dsp:txBody>
      <dsp:txXfrm>
        <a:off x="538121" y="944096"/>
        <a:ext cx="1660652" cy="1660652"/>
      </dsp:txXfrm>
    </dsp:sp>
    <dsp:sp modelId="{6C208E68-1069-4AAC-9AB7-D6E60C756DDF}">
      <dsp:nvSpPr>
        <dsp:cNvPr id="0" name=""/>
        <dsp:cNvSpPr/>
      </dsp:nvSpPr>
      <dsp:spPr>
        <a:xfrm>
          <a:off x="2430174" y="854259"/>
          <a:ext cx="1840326" cy="1840326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Verificación de tablas y relaciones.</a:t>
          </a:r>
        </a:p>
      </dsp:txBody>
      <dsp:txXfrm>
        <a:off x="2520011" y="944096"/>
        <a:ext cx="1660652" cy="1660652"/>
      </dsp:txXfrm>
    </dsp:sp>
    <dsp:sp modelId="{122F8A5E-87FD-426D-8C0C-AF0B40C73CC8}">
      <dsp:nvSpPr>
        <dsp:cNvPr id="0" name=""/>
        <dsp:cNvSpPr/>
      </dsp:nvSpPr>
      <dsp:spPr>
        <a:xfrm>
          <a:off x="448284" y="2836149"/>
          <a:ext cx="1840326" cy="1840326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Validación de datos.</a:t>
          </a:r>
        </a:p>
      </dsp:txBody>
      <dsp:txXfrm>
        <a:off x="538121" y="2925986"/>
        <a:ext cx="1660652" cy="1660652"/>
      </dsp:txXfrm>
    </dsp:sp>
    <dsp:sp modelId="{BA0A51EE-A701-45AB-B86D-9C8A47972944}">
      <dsp:nvSpPr>
        <dsp:cNvPr id="0" name=""/>
        <dsp:cNvSpPr/>
      </dsp:nvSpPr>
      <dsp:spPr>
        <a:xfrm>
          <a:off x="2430174" y="2836149"/>
          <a:ext cx="1840326" cy="1840326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Uso de SQL Server y SSMS.</a:t>
          </a:r>
        </a:p>
      </dsp:txBody>
      <dsp:txXfrm>
        <a:off x="2520011" y="2925986"/>
        <a:ext cx="1660652" cy="1660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5EFAD-FC13-48A7-9413-035DB95CF2CC}">
      <dsp:nvSpPr>
        <dsp:cNvPr id="0" name=""/>
        <dsp:cNvSpPr/>
      </dsp:nvSpPr>
      <dsp:spPr>
        <a:xfrm>
          <a:off x="37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14855-033C-4475-B6A4-9EBD3548731B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446EE-1CA4-4ACF-8E57-10D1B41F4610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Identificación de tablas fact y dimensiones.</a:t>
          </a:r>
        </a:p>
      </dsp:txBody>
      <dsp:txXfrm>
        <a:off x="25435" y="2204702"/>
        <a:ext cx="1800000" cy="720000"/>
      </dsp:txXfrm>
    </dsp:sp>
    <dsp:sp modelId="{9DEC5087-F58D-4744-AC31-A657E473FBA0}">
      <dsp:nvSpPr>
        <dsp:cNvPr id="0" name=""/>
        <dsp:cNvSpPr/>
      </dsp:nvSpPr>
      <dsp:spPr>
        <a:xfrm>
          <a:off x="249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C1A20-41C5-44B8-B6A5-69D709BC2100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54865-6DF3-4D58-8708-3EC82DC440AA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Diseño del esquema estrella.</a:t>
          </a:r>
        </a:p>
      </dsp:txBody>
      <dsp:txXfrm>
        <a:off x="2140435" y="2204702"/>
        <a:ext cx="1800000" cy="720000"/>
      </dsp:txXfrm>
    </dsp:sp>
    <dsp:sp modelId="{EB4F9017-2B70-45B1-A859-7F567AD7FE85}">
      <dsp:nvSpPr>
        <dsp:cNvPr id="0" name=""/>
        <dsp:cNvSpPr/>
      </dsp:nvSpPr>
      <dsp:spPr>
        <a:xfrm>
          <a:off x="460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D6A26-FC8C-4662-8AE4-45284BB868A1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EA2BD-B861-44CA-95C6-1D2AA55038C4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Definición de medidas y jerarquías.</a:t>
          </a:r>
        </a:p>
      </dsp:txBody>
      <dsp:txXfrm>
        <a:off x="4255435" y="2204702"/>
        <a:ext cx="1800000" cy="720000"/>
      </dsp:txXfrm>
    </dsp:sp>
    <dsp:sp modelId="{F1121AF2-2FDE-40F5-AA51-11ACA3121D4F}">
      <dsp:nvSpPr>
        <dsp:cNvPr id="0" name=""/>
        <dsp:cNvSpPr/>
      </dsp:nvSpPr>
      <dsp:spPr>
        <a:xfrm>
          <a:off x="672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EEFC7-29CB-4ED1-AC11-DF04817556F4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72459-FC56-4D5E-B191-824EA3BF4C5C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Preparación para el cubo OLAP.</a:t>
          </a:r>
        </a:p>
      </dsp:txBody>
      <dsp:txXfrm>
        <a:off x="6370435" y="22047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5731B-F028-4D3B-8870-900EB5290E93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5EFA1-C43C-4DE0-9AB4-66224E3A558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07410-A52D-4BB6-B190-94135ACDF011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Conexión al Cubo OLAP.</a:t>
          </a:r>
        </a:p>
      </dsp:txBody>
      <dsp:txXfrm>
        <a:off x="1099610" y="1878"/>
        <a:ext cx="7129989" cy="952043"/>
      </dsp:txXfrm>
    </dsp:sp>
    <dsp:sp modelId="{02987F60-4B12-4C33-8929-2644DB5AEEB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4BB51-687E-4C45-9463-49D432509C60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341FA-B5CC-4DED-BE72-56342804C47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Visualizaciones interactivas.</a:t>
          </a:r>
        </a:p>
      </dsp:txBody>
      <dsp:txXfrm>
        <a:off x="1099610" y="1191932"/>
        <a:ext cx="7129989" cy="952043"/>
      </dsp:txXfrm>
    </dsp:sp>
    <dsp:sp modelId="{FB59D819-4559-4C56-8F5F-DEFF9C99AF0F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54CD6-381F-4E57-B081-08EC40692B7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00054-C821-4E6C-972D-DD181A97923B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Análisis de ventas y categorías.</a:t>
          </a:r>
        </a:p>
      </dsp:txBody>
      <dsp:txXfrm>
        <a:off x="1099610" y="2381986"/>
        <a:ext cx="7129989" cy="952043"/>
      </dsp:txXfrm>
    </dsp:sp>
    <dsp:sp modelId="{BABD25E5-E1E6-4CB4-A126-0346E59E278D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C8F9E-765A-4C4B-A134-9BD1FD15929F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E3A1F-3871-46A1-B925-EC45B072615A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Identificación de regiones con bajo rendimiento.</a:t>
          </a:r>
        </a:p>
      </dsp:txBody>
      <dsp:txXfrm>
        <a:off x="1099610" y="3572041"/>
        <a:ext cx="7129989" cy="952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6EA79-038B-4013-83FB-D09EEAC3D734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Construcción exitosa del Data Warehouse.</a:t>
          </a:r>
        </a:p>
      </dsp:txBody>
      <dsp:txXfrm>
        <a:off x="3663739" y="1298"/>
        <a:ext cx="902121" cy="1488500"/>
      </dsp:txXfrm>
    </dsp:sp>
    <dsp:sp modelId="{ABB166EB-4985-44FA-9A9B-BA496F69317A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Implementación funcional del Cubo OLAP.</a:t>
          </a:r>
        </a:p>
      </dsp:txBody>
      <dsp:txXfrm rot="-5400000">
        <a:off x="4887983" y="1811920"/>
        <a:ext cx="1488500" cy="902121"/>
      </dsp:txXfrm>
    </dsp:sp>
    <dsp:sp modelId="{676F4E10-886A-4E1A-B163-A56F651812D5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Dashboard dinámico e interactivo.</a:t>
          </a:r>
        </a:p>
      </dsp:txBody>
      <dsp:txXfrm rot="10800000">
        <a:off x="3663739" y="3036163"/>
        <a:ext cx="902121" cy="1488500"/>
      </dsp:txXfrm>
    </dsp:sp>
    <dsp:sp modelId="{D751C94A-1C07-4B69-9E91-2414CC1BA155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Mejora en el análisis empresarial.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3F50A-26CA-49D1-BEC8-B71E25B6B986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08DC1-C431-426C-B3F3-64E117BE6D69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2E304-FEE5-49D2-A28B-AC89521E011C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Automatizar procesos ETL.</a:t>
          </a:r>
        </a:p>
      </dsp:txBody>
      <dsp:txXfrm>
        <a:off x="1340173" y="795493"/>
        <a:ext cx="2552269" cy="1082781"/>
      </dsp:txXfrm>
    </dsp:sp>
    <dsp:sp modelId="{3B211324-60EC-45C8-80DE-0ABE423A822D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85EE0-7582-4661-98F9-7BCE6B8AC3FB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51182-11A1-42B2-A4EA-4A90595A42CC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Incorporar modelos predictivos.</a:t>
          </a:r>
        </a:p>
      </dsp:txBody>
      <dsp:txXfrm>
        <a:off x="5651962" y="795493"/>
        <a:ext cx="2552269" cy="1082781"/>
      </dsp:txXfrm>
    </dsp:sp>
    <dsp:sp modelId="{062B8CD7-C82D-466F-B1DF-461AEDB96DD2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BEF9C-8497-4288-962D-1D5DF2DC6050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B2361-D75B-4517-8248-DA5ED0DD3322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Publicar dashboards en Power BI Service.</a:t>
          </a:r>
        </a:p>
      </dsp:txBody>
      <dsp:txXfrm>
        <a:off x="1340173" y="2647688"/>
        <a:ext cx="2552269" cy="1082781"/>
      </dsp:txXfrm>
    </dsp:sp>
    <dsp:sp modelId="{BD35CD30-EB35-4936-81B0-3C9E09C80D16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E9A21-6C0E-47A4-B534-A75C64D4E637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B1DD3-C10E-4257-90C8-0A431B7F1447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Optimizar rendimiento del cubo OLAP.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ata warehouse: pasos para construirlo con éxito | Conexión ESAN">
            <a:extLst>
              <a:ext uri="{FF2B5EF4-FFF2-40B4-BE49-F238E27FC236}">
                <a16:creationId xmlns:a16="http://schemas.microsoft.com/office/drawing/2014/main" id="{7B7837C6-C90E-9852-C6D1-955289C15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7" r="14333"/>
          <a:stretch>
            <a:fillRect/>
          </a:stretch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912376"/>
            <a:ext cx="6858000" cy="2900518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  <a:t>DESAFIO 2</a:t>
            </a: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  <a:t>Adventure Works DW2022</a:t>
            </a: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r>
              <a:rPr lang="es-ES" sz="27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Integrantes:</a:t>
            </a: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br>
              <a:rPr lang="es-ES" dirty="0">
                <a:solidFill>
                  <a:srgbClr val="FFFFFF"/>
                </a:solidFill>
                <a:latin typeface="Baskerville Old Face" panose="02020602080505020303" pitchFamily="18" charset="0"/>
              </a:rPr>
            </a:br>
            <a:endParaRPr lang="es-ES" dirty="0">
              <a:solidFill>
                <a:srgbClr val="FFFFFF"/>
              </a:solidFill>
              <a:latin typeface="Baskerville Old Face" panose="02020602080505020303" pitchFamily="18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F14F397-AD8C-6A0D-0E6F-C67C4D526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56989"/>
              </p:ext>
            </p:extLst>
          </p:nvPr>
        </p:nvGraphicFramePr>
        <p:xfrm>
          <a:off x="1656818" y="4465762"/>
          <a:ext cx="6243320" cy="100457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344670">
                  <a:extLst>
                    <a:ext uri="{9D8B030D-6E8A-4147-A177-3AD203B41FA5}">
                      <a16:colId xmlns:a16="http://schemas.microsoft.com/office/drawing/2014/main" val="274301994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6905073"/>
                    </a:ext>
                  </a:extLst>
                </a:gridCol>
              </a:tblGrid>
              <a:tr h="123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2392680" algn="l"/>
                        </a:tabLst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Calvin Jonathan Mena Dimas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MD232400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791038"/>
                  </a:ext>
                </a:extLst>
              </a:tr>
              <a:tr h="55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Yeimy Tatiana Guardado Mendoza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            GM252740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538008"/>
                  </a:ext>
                </a:extLst>
              </a:tr>
              <a:tr h="55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Oswaldo Alexander Henriquez Miranda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HM231279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730475"/>
                  </a:ext>
                </a:extLst>
              </a:tr>
              <a:tr h="55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>
                          <a:effectLst/>
                          <a:latin typeface="Baskerville Old Face" panose="02020602080505020303" pitchFamily="18" charset="0"/>
                        </a:rPr>
                        <a:t>Bryan Alexander Magaña Campos</a:t>
                      </a:r>
                      <a:endParaRPr lang="es-SV" sz="1400" b="1" kern="10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SV" sz="1600" b="1" kern="100" dirty="0">
                          <a:effectLst/>
                          <a:latin typeface="Baskerville Old Face" panose="02020602080505020303" pitchFamily="18" charset="0"/>
                        </a:rPr>
                        <a:t>            MC253655 </a:t>
                      </a:r>
                      <a:endParaRPr lang="es-SV" sz="1400" b="1" kern="100" dirty="0">
                        <a:effectLst/>
                        <a:latin typeface="Baskerville Old Face" panose="020206020805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459075"/>
                  </a:ext>
                </a:extLst>
              </a:tr>
            </a:tbl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Minería de datos: beneficios para empresas ✓">
            <a:extLst>
              <a:ext uri="{FF2B5EF4-FFF2-40B4-BE49-F238E27FC236}">
                <a16:creationId xmlns:a16="http://schemas.microsoft.com/office/drawing/2014/main" id="{0911982A-3701-3C61-2E67-D7C2CA8BA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8" r="24708"/>
          <a:stretch>
            <a:fillRect/>
          </a:stretch>
        </p:blipFill>
        <p:spPr bwMode="auto">
          <a:xfrm>
            <a:off x="117987" y="10"/>
            <a:ext cx="902601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42" y="-158454"/>
            <a:ext cx="2866641" cy="1899912"/>
          </a:xfrm>
        </p:spPr>
        <p:txBody>
          <a:bodyPr>
            <a:normAutofit/>
          </a:bodyPr>
          <a:lstStyle/>
          <a:p>
            <a:r>
              <a:rPr lang="es-SV" sz="3500" dirty="0">
                <a:latin typeface="Baskerville Old Face" panose="02020602080505020303" pitchFamily="18" charset="0"/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04" y="1582994"/>
            <a:ext cx="2989006" cy="5142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dirty="0"/>
              <a:t>El presente proyecto tiene como finalidad implementar una solución de </a:t>
            </a:r>
            <a:r>
              <a:rPr lang="es-ES" sz="1600" dirty="0">
                <a:latin typeface="Baskerville Old Face" panose="02020602080505020303" pitchFamily="18" charset="0"/>
              </a:rPr>
              <a:t>Business</a:t>
            </a:r>
            <a:r>
              <a:rPr lang="es-ES" sz="1600" dirty="0"/>
              <a:t> </a:t>
            </a:r>
            <a:r>
              <a:rPr lang="es-ES" sz="1600" dirty="0" err="1"/>
              <a:t>Intelligence</a:t>
            </a:r>
            <a:r>
              <a:rPr lang="es-ES" sz="1600" dirty="0"/>
              <a:t> utilizando tecnologías de Data </a:t>
            </a:r>
            <a:r>
              <a:rPr lang="es-ES" sz="1600" dirty="0" err="1"/>
              <a:t>Warehouse</a:t>
            </a:r>
            <a:r>
              <a:rPr lang="es-ES" sz="1600" dirty="0"/>
              <a:t> y Minería de Datos sobre la base Adventure Works DW2022. La solución integra herramientas como SQL Server, SQL Server </a:t>
            </a:r>
            <a:r>
              <a:rPr lang="es-ES" sz="1600" dirty="0" err="1"/>
              <a:t>Analysis</a:t>
            </a:r>
            <a:r>
              <a:rPr lang="es-ES" sz="1600" dirty="0"/>
              <a:t> </a:t>
            </a:r>
            <a:r>
              <a:rPr lang="es-ES" sz="1600" dirty="0" err="1"/>
              <a:t>Services</a:t>
            </a:r>
            <a:r>
              <a:rPr lang="es-ES" sz="1600" dirty="0"/>
              <a:t> (SSAS), Cubos OLAP y Power BI para realizar análisis multidimensionales orientados al apoyo en la toma de decisiones empresariales.</a:t>
            </a:r>
          </a:p>
          <a:p>
            <a:pPr marL="0" indent="0">
              <a:buNone/>
            </a:pPr>
            <a:endParaRPr lang="es-E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72" y="3410717"/>
            <a:ext cx="2468166" cy="2452687"/>
          </a:xfrm>
        </p:spPr>
        <p:txBody>
          <a:bodyPr anchor="ctr">
            <a:normAutofit/>
          </a:bodyPr>
          <a:lstStyle/>
          <a:p>
            <a:r>
              <a:rPr lang="es-SV" sz="3100" dirty="0">
                <a:latin typeface="Baskerville Old Face" panose="02020602080505020303" pitchFamily="18" charset="0"/>
              </a:rPr>
              <a:t>Objetivos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A0DE4B-01CF-0052-F294-64EA21C6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969" r="-1" b="16896"/>
          <a:stretch>
            <a:fillRect/>
          </a:stretch>
        </p:blipFill>
        <p:spPr>
          <a:xfrm>
            <a:off x="20" y="10"/>
            <a:ext cx="9143980" cy="310514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4038" y="3105150"/>
            <a:ext cx="6333814" cy="3196866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s-SV" sz="1600" b="1" dirty="0">
                <a:latin typeface="Baskerville Old Face" panose="02020602080505020303" pitchFamily="18" charset="0"/>
              </a:rPr>
              <a:t>2.1 Objetivo General</a:t>
            </a:r>
            <a:endParaRPr lang="es-SV" sz="1600" dirty="0">
              <a:latin typeface="Baskerville Old Face" panose="02020602080505020303" pitchFamily="18" charset="0"/>
            </a:endParaRP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Desarrollar una solución integral de Data </a:t>
            </a:r>
            <a:r>
              <a:rPr lang="es-SV" sz="1600" dirty="0" err="1">
                <a:latin typeface="Baskerville Old Face" panose="02020602080505020303" pitchFamily="18" charset="0"/>
              </a:rPr>
              <a:t>Warehouse</a:t>
            </a:r>
            <a:r>
              <a:rPr lang="es-SV" sz="1600" dirty="0">
                <a:latin typeface="Baskerville Old Face" panose="02020602080505020303" pitchFamily="18" charset="0"/>
              </a:rPr>
              <a:t> y Minería de Datos utilizando Adventure Works DW2022, implementando un cubo OLAP y </a:t>
            </a:r>
            <a:r>
              <a:rPr lang="es-SV" sz="1600" dirty="0" err="1">
                <a:latin typeface="Baskerville Old Face" panose="02020602080505020303" pitchFamily="18" charset="0"/>
              </a:rPr>
              <a:t>dashboards</a:t>
            </a:r>
            <a:r>
              <a:rPr lang="es-SV" sz="1600" dirty="0">
                <a:latin typeface="Baskerville Old Face" panose="02020602080505020303" pitchFamily="18" charset="0"/>
              </a:rPr>
              <a:t> analíticos para el análisis multidimensional de información empresarial.</a:t>
            </a:r>
          </a:p>
          <a:p>
            <a:pPr>
              <a:lnSpc>
                <a:spcPct val="90000"/>
              </a:lnSpc>
            </a:pPr>
            <a:r>
              <a:rPr lang="es-SV" sz="1600" b="1" dirty="0">
                <a:latin typeface="Baskerville Old Face" panose="02020602080505020303" pitchFamily="18" charset="0"/>
              </a:rPr>
              <a:t>2.2 Objetivos Específicos</a:t>
            </a:r>
            <a:endParaRPr lang="es-SV" sz="1600" dirty="0">
              <a:latin typeface="Baskerville Old Face" panose="02020602080505020303" pitchFamily="18" charset="0"/>
            </a:endParaRP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Restaurar y verificar el funcionamiento de la base de datos Adventure Works DW2022.</a:t>
            </a: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Diseñar un modelo multidimensional utilizando esquema estrella.</a:t>
            </a: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Construir un cubo OLAP en SQL Server </a:t>
            </a:r>
            <a:r>
              <a:rPr lang="es-SV" sz="1600" dirty="0" err="1">
                <a:latin typeface="Baskerville Old Face" panose="02020602080505020303" pitchFamily="18" charset="0"/>
              </a:rPr>
              <a:t>Analysis</a:t>
            </a:r>
            <a:r>
              <a:rPr lang="es-SV" sz="1600" dirty="0">
                <a:latin typeface="Baskerville Old Face" panose="02020602080505020303" pitchFamily="18" charset="0"/>
              </a:rPr>
              <a:t> </a:t>
            </a:r>
            <a:r>
              <a:rPr lang="es-SV" sz="1600" dirty="0" err="1">
                <a:latin typeface="Baskerville Old Face" panose="02020602080505020303" pitchFamily="18" charset="0"/>
              </a:rPr>
              <a:t>Services</a:t>
            </a:r>
            <a:r>
              <a:rPr lang="es-SV" sz="1600" dirty="0">
                <a:latin typeface="Baskerville Old Face" panose="02020602080505020303" pitchFamily="18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Implementar </a:t>
            </a:r>
            <a:r>
              <a:rPr lang="es-SV" sz="1600" dirty="0" err="1">
                <a:latin typeface="Baskerville Old Face" panose="02020602080505020303" pitchFamily="18" charset="0"/>
              </a:rPr>
              <a:t>dashboards</a:t>
            </a:r>
            <a:r>
              <a:rPr lang="es-SV" sz="1600" dirty="0">
                <a:latin typeface="Baskerville Old Face" panose="02020602080505020303" pitchFamily="18" charset="0"/>
              </a:rPr>
              <a:t> interactivos en Power BI.</a:t>
            </a: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Analizar tendencias de ventas y comportamiento de categorías y regiones.</a:t>
            </a:r>
          </a:p>
          <a:p>
            <a:pPr lvl="1">
              <a:lnSpc>
                <a:spcPct val="90000"/>
              </a:lnSpc>
            </a:pPr>
            <a:r>
              <a:rPr lang="es-SV" sz="1600" dirty="0">
                <a:latin typeface="Baskerville Old Face" panose="02020602080505020303" pitchFamily="18" charset="0"/>
              </a:rPr>
              <a:t>Documentar el proceso técnico y funcional del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s-SV" sz="3100"/>
              <a:t>Metodología</a:t>
            </a:r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F3A18530-913E-E9C1-8552-6B3A2F12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821" b="1847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s-ES" sz="1600"/>
              <a:t>1. Extracción y preparación de datos.</a:t>
            </a:r>
          </a:p>
          <a:p>
            <a:r>
              <a:rPr lang="es-ES" sz="1600"/>
              <a:t>2. Diseño del modelo multidimensional.</a:t>
            </a:r>
          </a:p>
          <a:p>
            <a:r>
              <a:rPr lang="es-ES" sz="1600"/>
              <a:t>3. Construcción del Cubo OLAP.</a:t>
            </a:r>
          </a:p>
          <a:p>
            <a:r>
              <a:rPr lang="es-ES" sz="1600"/>
              <a:t>4. Visualización y análisis en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SV" sz="2400">
                <a:solidFill>
                  <a:srgbClr val="FFFFFF"/>
                </a:solidFill>
              </a:rPr>
              <a:t>Implementación del Data Warehouse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41F089-2340-C3B4-5628-D91A3E487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52977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SV" sz="3500">
                <a:solidFill>
                  <a:srgbClr val="FFFFFF"/>
                </a:solidFill>
              </a:rPr>
              <a:t>Modelo Multidimensional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08E915-1465-0091-9AC0-225E6E192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8618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s-SV" sz="2800"/>
              <a:t>Cubo OLAP en SSAS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43BA2-EF17-CD88-B411-EA91B0633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91" r="5072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s-ES" sz="1700"/>
              <a:t>• Creación del proyecto multidimensional.</a:t>
            </a:r>
          </a:p>
          <a:p>
            <a:r>
              <a:rPr lang="es-ES" sz="1700"/>
              <a:t>• Configuración del Data Source y DSV.</a:t>
            </a:r>
          </a:p>
          <a:p>
            <a:r>
              <a:rPr lang="es-ES" sz="1700"/>
              <a:t>• Creación de dimensiones.</a:t>
            </a:r>
          </a:p>
          <a:p>
            <a:r>
              <a:rPr lang="es-ES" sz="1700"/>
              <a:t>• Procesamiento e implementación del cubo.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en Power BI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BC15DD-0EBC-5133-599C-82A8FCD4C3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Baskerville Old Face" panose="02020602080505020303" pitchFamily="18" charset="0"/>
              </a:rPr>
              <a:t>Resultados</a:t>
            </a:r>
            <a:r>
              <a:rPr dirty="0">
                <a:latin typeface="Baskerville Old Face" panose="02020602080505020303" pitchFamily="18" charset="0"/>
              </a:rPr>
              <a:t> </a:t>
            </a:r>
            <a:r>
              <a:rPr dirty="0" err="1">
                <a:latin typeface="Baskerville Old Face" panose="02020602080505020303" pitchFamily="18" charset="0"/>
              </a:rPr>
              <a:t>Obtenidos</a:t>
            </a:r>
            <a:endParaRPr dirty="0">
              <a:latin typeface="Baskerville Old Face" panose="02020602080505020303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6B88FB-2CE0-2AB6-ACDC-F172BCDB2C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SV" sz="3500" dirty="0">
                <a:latin typeface="Baskerville Old Face" panose="02020602080505020303" pitchFamily="18" charset="0"/>
              </a:rP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700" dirty="0">
                <a:latin typeface="Baskerville Old Face" panose="02020602080505020303" pitchFamily="18" charset="0"/>
              </a:rPr>
              <a:t>• El proyecto permitió centralizar información analítica.</a:t>
            </a:r>
          </a:p>
          <a:p>
            <a:pPr marL="0" indent="0">
              <a:buNone/>
            </a:pPr>
            <a:r>
              <a:rPr lang="es-ES" sz="1700" dirty="0">
                <a:latin typeface="Baskerville Old Face" panose="02020602080505020303" pitchFamily="18" charset="0"/>
              </a:rPr>
              <a:t>• El Cubo OLAP facilitó consultas multidimensionales.</a:t>
            </a:r>
          </a:p>
          <a:p>
            <a:pPr marL="0" indent="0">
              <a:buNone/>
            </a:pPr>
            <a:r>
              <a:rPr lang="es-ES" sz="1700" dirty="0">
                <a:latin typeface="Baskerville Old Face" panose="02020602080505020303" pitchFamily="18" charset="0"/>
              </a:rPr>
              <a:t>• Power BI mejoró la visualización y toma de decisiones.</a:t>
            </a:r>
          </a:p>
          <a:p>
            <a:pPr marL="0" indent="0">
              <a:buNone/>
            </a:pPr>
            <a:r>
              <a:rPr lang="es-ES" sz="1700" dirty="0">
                <a:latin typeface="Baskerville Old Face" panose="02020602080505020303" pitchFamily="18" charset="0"/>
              </a:rPr>
              <a:t>• La solución cumple los objetivos del proyecto.</a:t>
            </a:r>
          </a:p>
        </p:txBody>
      </p:sp>
      <p:pic>
        <p:nvPicPr>
          <p:cNvPr id="5" name="Picture 4" descr="Ilustración de personas en una cadena de bloques">
            <a:extLst>
              <a:ext uri="{FF2B5EF4-FFF2-40B4-BE49-F238E27FC236}">
                <a16:creationId xmlns:a16="http://schemas.microsoft.com/office/drawing/2014/main" id="{E6820CED-A6F2-E60E-60C7-A89E1D9F78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54" r="30765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DB1258-88E7-80FB-B553-382C8D5E78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440</Words>
  <Application>Microsoft Office PowerPoint</Application>
  <PresentationFormat>Presentación en pantalla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Baskerville Old Face</vt:lpstr>
      <vt:lpstr>Calibri</vt:lpstr>
      <vt:lpstr>Office Theme</vt:lpstr>
      <vt:lpstr>DESAFIO 2 Adventure Works DW2022   Integrantes:  </vt:lpstr>
      <vt:lpstr>Introducción</vt:lpstr>
      <vt:lpstr>Objetivos</vt:lpstr>
      <vt:lpstr>Metodología</vt:lpstr>
      <vt:lpstr>Implementación del Data Warehouse</vt:lpstr>
      <vt:lpstr>Modelo Multidimensional</vt:lpstr>
      <vt:lpstr>Cubo OLAP en SSAS</vt:lpstr>
      <vt:lpstr>Dashboard en Power BI</vt:lpstr>
      <vt:lpstr>Resultados Obtenidos</vt:lpstr>
      <vt:lpstr>Conclusiones</vt:lpstr>
      <vt:lpstr>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Yeimy Guardado</cp:lastModifiedBy>
  <cp:revision>2</cp:revision>
  <dcterms:created xsi:type="dcterms:W3CDTF">2013-01-27T09:14:16Z</dcterms:created>
  <dcterms:modified xsi:type="dcterms:W3CDTF">2026-05-10T03:18:47Z</dcterms:modified>
  <cp:category/>
</cp:coreProperties>
</file>